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b13f3265d34efe" /><Relationship Type="http://schemas.openxmlformats.org/officeDocument/2006/relationships/extended-properties" Target="/docProps/app.xml" Id="Rdda2d081b9194d6b" /><Relationship Type="http://schemas.openxmlformats.org/officeDocument/2006/relationships/officeDocument" Target="/ppt/presentation.xml" Id="Rd42a31701979412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02673e1d6014291"/>
  </p:sldMasterIdLst>
  <p:notesMasterIdLst>
    <p:notesMasterId xmlns:r="http://schemas.openxmlformats.org/officeDocument/2006/relationships" r:id="R6b14599deed147f2"/>
  </p:notesMasterIdLst>
  <p:sldIdLst>
    <p:sldId xmlns:r="http://schemas.openxmlformats.org/officeDocument/2006/relationships" id="256" r:id="R2ef1a84f63c84379"/>
    <p:sldId xmlns:r="http://schemas.openxmlformats.org/officeDocument/2006/relationships" id="257" r:id="Re532d07c1992407a"/>
    <p:sldId xmlns:r="http://schemas.openxmlformats.org/officeDocument/2006/relationships" id="258" r:id="R00cd806cff5a413a"/>
    <p:sldId xmlns:r="http://schemas.openxmlformats.org/officeDocument/2006/relationships" id="259" r:id="R672e1c9d4daf45cc"/>
    <p:sldId xmlns:r="http://schemas.openxmlformats.org/officeDocument/2006/relationships" id="260" r:id="R256bfea1c9c84e75"/>
    <p:sldId xmlns:r="http://schemas.openxmlformats.org/officeDocument/2006/relationships" id="261" r:id="R306404fd1bb241eb"/>
    <p:sldId xmlns:r="http://schemas.openxmlformats.org/officeDocument/2006/relationships" id="262" r:id="R5dd12ee0280d4b0c"/>
    <p:sldId xmlns:r="http://schemas.openxmlformats.org/officeDocument/2006/relationships" id="263" r:id="R80a1c58748ec4398"/>
    <p:sldId xmlns:r="http://schemas.openxmlformats.org/officeDocument/2006/relationships" id="264" r:id="R08c16903e2b04d40"/>
    <p:sldId xmlns:r="http://schemas.openxmlformats.org/officeDocument/2006/relationships" id="265" r:id="Rfda65c30e5e74225"/>
    <p:sldId xmlns:r="http://schemas.openxmlformats.org/officeDocument/2006/relationships" id="266" r:id="R6601338f27a04be2"/>
    <p:sldId xmlns:r="http://schemas.openxmlformats.org/officeDocument/2006/relationships" id="267" r:id="Rabe29d14bbba4c45"/>
    <p:sldId xmlns:r="http://schemas.openxmlformats.org/officeDocument/2006/relationships" id="268" r:id="Rc60912f7453e40bb"/>
    <p:sldId xmlns:r="http://schemas.openxmlformats.org/officeDocument/2006/relationships" id="269" r:id="Rdaea3fa0a9424d81"/>
    <p:sldId xmlns:r="http://schemas.openxmlformats.org/officeDocument/2006/relationships" id="270" r:id="Raf9e2b4b250c4643"/>
    <p:sldId xmlns:r="http://schemas.openxmlformats.org/officeDocument/2006/relationships" id="271" r:id="Ra430f32ae37e45d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marL="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xmlns:a="http://schemas.openxmlformats.org/drawingml/2006/main" marL="45711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xmlns:a="http://schemas.openxmlformats.org/drawingml/2006/main" marL="914220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xmlns:a="http://schemas.openxmlformats.org/drawingml/2006/main" marL="137132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xmlns:a="http://schemas.openxmlformats.org/drawingml/2006/main" marL="182843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xmlns:a="http://schemas.openxmlformats.org/drawingml/2006/main" marL="2285549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xmlns:a="http://schemas.openxmlformats.org/drawingml/2006/main" marL="2742658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xmlns:a="http://schemas.openxmlformats.org/drawingml/2006/main" marL="3199765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xmlns:a="http://schemas.openxmlformats.org/drawingml/2006/main" marL="3656877" algn="l" defTabSz="91422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b4bcb807a94a02" /><Relationship Type="http://schemas.openxmlformats.org/officeDocument/2006/relationships/slideMaster" Target="/ppt/slideMasters/slideMaster1.xml" Id="Re02673e1d6014291" /><Relationship Type="http://schemas.openxmlformats.org/officeDocument/2006/relationships/notesMaster" Target="/ppt/notesMasters/notesMaster1.xml" Id="R6b14599deed147f2" /><Relationship Type="http://schemas.openxmlformats.org/officeDocument/2006/relationships/presProps" Target="/ppt/presProps.xml" Id="R6d65341e66954b68" /><Relationship Type="http://schemas.openxmlformats.org/officeDocument/2006/relationships/viewProps" Target="/ppt/viewProps.xml" Id="Rb88ab8f3da154403" /><Relationship Type="http://schemas.openxmlformats.org/officeDocument/2006/relationships/tableStyles" Target="/ppt/tableStyles.xml" Id="R2219289369414b7d" /><Relationship Type="http://schemas.openxmlformats.org/officeDocument/2006/relationships/slide" Target="/ppt/slides/slide1.xml" Id="R2ef1a84f63c84379" /><Relationship Type="http://schemas.openxmlformats.org/officeDocument/2006/relationships/slide" Target="/ppt/slides/slide2.xml" Id="Re532d07c1992407a" /><Relationship Type="http://schemas.openxmlformats.org/officeDocument/2006/relationships/slide" Target="/ppt/slides/slide3.xml" Id="R00cd806cff5a413a" /><Relationship Type="http://schemas.openxmlformats.org/officeDocument/2006/relationships/slide" Target="/ppt/slides/slide4.xml" Id="R672e1c9d4daf45cc" /><Relationship Type="http://schemas.openxmlformats.org/officeDocument/2006/relationships/slide" Target="/ppt/slides/slide5.xml" Id="R256bfea1c9c84e75" /><Relationship Type="http://schemas.openxmlformats.org/officeDocument/2006/relationships/slide" Target="/ppt/slides/slide6.xml" Id="R306404fd1bb241eb" /><Relationship Type="http://schemas.openxmlformats.org/officeDocument/2006/relationships/slide" Target="/ppt/slides/slide7.xml" Id="R5dd12ee0280d4b0c" /><Relationship Type="http://schemas.openxmlformats.org/officeDocument/2006/relationships/slide" Target="/ppt/slides/slide8.xml" Id="R80a1c58748ec4398" /><Relationship Type="http://schemas.openxmlformats.org/officeDocument/2006/relationships/slide" Target="/ppt/slides/slide9.xml" Id="R08c16903e2b04d40" /><Relationship Type="http://schemas.openxmlformats.org/officeDocument/2006/relationships/slide" Target="/ppt/slides/slide10.xml" Id="Rfda65c30e5e74225" /><Relationship Type="http://schemas.openxmlformats.org/officeDocument/2006/relationships/slide" Target="/ppt/slides/slide11.xml" Id="R6601338f27a04be2" /><Relationship Type="http://schemas.openxmlformats.org/officeDocument/2006/relationships/slide" Target="/ppt/slides/slide12.xml" Id="Rabe29d14bbba4c45" /><Relationship Type="http://schemas.openxmlformats.org/officeDocument/2006/relationships/slide" Target="/ppt/slides/slide13.xml" Id="Rc60912f7453e40bb" /><Relationship Type="http://schemas.openxmlformats.org/officeDocument/2006/relationships/slide" Target="/ppt/slides/slide14.xml" Id="Rdaea3fa0a9424d81" /><Relationship Type="http://schemas.openxmlformats.org/officeDocument/2006/relationships/slide" Target="/ppt/slides/slide15.xml" Id="Raf9e2b4b250c4643" /><Relationship Type="http://schemas.openxmlformats.org/officeDocument/2006/relationships/slide" Target="/ppt/slides/slide16.xml" Id="Ra430f32ae37e45d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d153de264be42b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5c805b1db04281" /><Relationship Type="http://schemas.openxmlformats.org/officeDocument/2006/relationships/notesMaster" Target="/ppt/notesMasters/notesMaster1.xml" Id="R9bfdc4866c1e433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af4aa8315a41e8" /><Relationship Type="http://schemas.openxmlformats.org/officeDocument/2006/relationships/notesMaster" Target="/ppt/notesMasters/notesMaster1.xml" Id="Rcf4dd6f2236c4cb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457d4f299234609" /><Relationship Type="http://schemas.openxmlformats.org/officeDocument/2006/relationships/notesMaster" Target="/ppt/notesMasters/notesMaster1.xml" Id="Raa4f438ce32b435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0a37ddcdb504293" /><Relationship Type="http://schemas.openxmlformats.org/officeDocument/2006/relationships/notesMaster" Target="/ppt/notesMasters/notesMaster1.xml" Id="R2b3959dd50ab4f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30b23f27944826" /><Relationship Type="http://schemas.openxmlformats.org/officeDocument/2006/relationships/notesMaster" Target="/ppt/notesMasters/notesMaster1.xml" Id="R58c284464f064e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7ae37182174416" /><Relationship Type="http://schemas.openxmlformats.org/officeDocument/2006/relationships/notesMaster" Target="/ppt/notesMasters/notesMaster1.xml" Id="R6decbe0166c848d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f6ced1c13ca4ed4" /><Relationship Type="http://schemas.openxmlformats.org/officeDocument/2006/relationships/notesMaster" Target="/ppt/notesMasters/notesMaster1.xml" Id="Rc45484a312ea47d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46be7437864b75" /><Relationship Type="http://schemas.openxmlformats.org/officeDocument/2006/relationships/notesMaster" Target="/ppt/notesMasters/notesMaster1.xml" Id="R218ed14511f64b5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65170a0db249b4" /><Relationship Type="http://schemas.openxmlformats.org/officeDocument/2006/relationships/notesMaster" Target="/ppt/notesMasters/notesMaster1.xml" Id="R2e1af11f107445b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edfd9959fb5421c" /><Relationship Type="http://schemas.openxmlformats.org/officeDocument/2006/relationships/notesMaster" Target="/ppt/notesMasters/notesMaster1.xml" Id="R614d122a2e94409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8bec2767b434f24" /><Relationship Type="http://schemas.openxmlformats.org/officeDocument/2006/relationships/notesMaster" Target="/ppt/notesMasters/notesMaster1.xml" Id="Rf417d6704e4e4ea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2a3ff5b441142ab" /><Relationship Type="http://schemas.openxmlformats.org/officeDocument/2006/relationships/notesMaster" Target="/ppt/notesMasters/notesMaster1.xml" Id="Rb6695c9380724c3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12c3e68f8e94fef" /><Relationship Type="http://schemas.openxmlformats.org/officeDocument/2006/relationships/notesMaster" Target="/ppt/notesMasters/notesMaster1.xml" Id="Rb3a700b78a0446a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f76ab35becc34fe2" /><Relationship Type="http://schemas.openxmlformats.org/officeDocument/2006/relationships/notesMaster" Target="/ppt/notesMasters/notesMaster1.xml" Id="Rc7d33871b6f4428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adf16c6e50d54340" /><Relationship Type="http://schemas.openxmlformats.org/officeDocument/2006/relationships/notesMaster" Target="/ppt/notesMasters/notesMaster1.xml" Id="Ra42b4254371047b7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83851b5f8e144f1" /><Relationship Type="http://schemas.openxmlformats.org/officeDocument/2006/relationships/notesMaster" Target="/ppt/notesMasters/notesMaster1.xml" Id="Ra50205abd4d3442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0:00–0:20.</a:t>
            </a:r>
          </a:p>
          <a:p xmlns:a="http://schemas.openxmlformats.org/drawingml/2006/main">
            <a:r>
              <a:t>Профиль связывает происхождение сигнала, оценку навыков, объяснимый подбор и решение кандидата о контакте.</a:t>
            </a:r>
          </a:p>
          <a:p xmlns:a="http://schemas.openxmlformats.org/drawingml/2006/main">
            <a:r>
              <a:t>Источник задачи: requirements/ФСП спец. трек ТЗ.pdf, SHA-256 a39ec8ccb300f4d06c7408b7ab13eff6f71610e86cc0e6d6650bc664f656eba1.</a:t>
            </a:r>
          </a:p>
          <a:p xmlns:a="http://schemas.openxmlformats.org/drawingml/2006/main">
            <a:r>
              <a:t>Оформление: официальный PPTX-шаблон ЛЦТ 2026, SHA-256 d2506c0aeb4fca12b6febb242e7d4e7fafc6c4c50434d3b671fc9d7251eb7345.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0:20–0:55.</a:t>
            </a:r>
          </a:p>
          <a:p xmlns:a="http://schemas.openxmlformats.org/drawingml/2006/main">
            <a:r>
              <a:t>Слайд соответствует обязательному блоку официального шаблона. Личные контакты участников не включены.</a:t>
            </a:r>
          </a:p>
          <a:p xmlns:a="http://schemas.openxmlformats.org/drawingml/2006/main">
            <a:r>
              <a:t>Источники: прежняя командная презентация, SHA-256 13478aaa8c5f8757ffb5b82d5807676e7aeed574518f1def1eb1dc06838f5a39; docs/34-documentation.md; docs/50-completion-conformance.md.</a:t>
            </a:r>
          </a:p>
          <a:p xmlns:a="http://schemas.openxmlformats.org/drawingml/2006/main">
            <a:r>
              <a:t>Изображение: docs/assets/screenshots/landing.png — актуальный локальный стенд на синтетических данных.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0:55–1:15.</a:t>
            </a:r>
            <a:endParaRPr/>
          </a:p>
          <a:p xmlns:a="http://schemas.openxmlformats.org/drawingml/2006/main">
            <a:r>
              <a:t>Имена и роли перенесены из предоставленной командной презентации. Фото, номера телефонов, ники и сведения об учёбе/работе не используются.</a:t>
            </a:r>
            <a:endParaRPr/>
          </a:p>
          <a:p xmlns:a="http://schemas.openxmlformats.org/drawingml/2006/main">
            <a:r>
              <a:t>Источник: studio37-lct2026-team-presentation.pptx, SHA-256 13478aaa8c5f8757ffb5b82d5807676e7aeed574518f1def1eb1dc06838f5a39.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1:15–1:50.</a:t>
            </a:r>
            <a:endParaRPr/>
          </a:p>
          <a:p xmlns:a="http://schemas.openxmlformats.org/drawingml/2006/main">
            <a:r>
              <a:t>Слайд описывает выбор продуктовой задачи и фактические инженерные вызовы. История прежнего проекта команды сюда не переносилась.</a:t>
            </a:r>
            <a:endParaRPr/>
          </a:p>
          <a:p xmlns:a="http://schemas.openxmlformats.org/drawingml/2006/main">
            <a:r>
              <a:t>Источники: requirements/ФСП спец. трек ТЗ.pdf; requirements/qa-written-fsp-2026.md; docs/56-technical-report.md; docs/56-technical-report.md.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1:50–2:25.</a:t>
            </a:r>
          </a:p>
          <a:p xmlns:a="http://schemas.openxmlformats.org/drawingml/2006/main">
            <a:r>
              <a:t>HTTPS-показ жюри: https://fsptest.kolesnikovny.ru. Доступ передаётся отдельно; полный локальный контур отличается от jury-режима. Юридическая сертификация не заявляется.</a:t>
            </a:r>
          </a:p>
          <a:p xmlns:a="http://schemas.openxmlformats.org/drawingml/2006/main">
            <a:r>
              <a:t>Источники: docs/56-technical-report.md; docs/44-deployment-and-operations.md; docs/50-completion-conformance.md; docs/60-jury-submission.md; docs/61-temporary-domain-stand.md.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2:25–3:00.</a:t>
            </a:r>
          </a:p>
          <a:p xmlns:a="http://schemas.openxmlformats.org/drawingml/2006/main">
            <a:r>
              <a:t>Контакт не раскрывается до принятия приглашения или самостоятельного отклика.</a:t>
            </a:r>
          </a:p>
          <a:p xmlns:a="http://schemas.openxmlformats.org/drawingml/2006/main">
            <a:r>
              <a:t>Источники: docs/56-technical-report.md; docs/34-documentation.md; requirements/traceability.md.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3:00–3:35.</a:t>
            </a:r>
            <a:endParaRPr/>
          </a:p>
          <a:p xmlns:a="http://schemas.openxmlformats.org/drawingml/2006/main">
            <a:r>
              <a:t>Это реальные снимки актуального локального стенда. Технологии и практика не повышают глобальный грейд.</a:t>
            </a:r>
            <a:endParaRPr/>
          </a:p>
          <a:p xmlns:a="http://schemas.openxmlformats.org/drawingml/2006/main">
            <a:r>
              <a:t>Изображения: docs/assets/screenshots/landing.png; docs/assets/screenshots/candidate-profile.png.</a:t>
            </a:r>
            <a:endParaRPr/>
          </a:p>
          <a:p xmlns:a="http://schemas.openxmlformats.org/drawingml/2006/main">
            <a:r>
              <a:t>Источники правил: docs/56-technical-report.md; docs/34-documentation.md.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3:35–4:10.</a:t>
            </a:r>
            <a:endParaRPr/>
          </a:p>
          <a:p xmlns:a="http://schemas.openxmlformats.org/drawingml/2006/main">
            <a:r>
              <a:t>Score — объяснимое соответствие запросу, а не прогноз найма.</a:t>
            </a:r>
            <a:endParaRPr/>
          </a:p>
          <a:p xmlns:a="http://schemas.openxmlformats.org/drawingml/2006/main">
            <a:r>
              <a:t>Изображения: docs/assets/screenshots/employer-search.png; docs/assets/screenshots/privacy.png.</a:t>
            </a:r>
            <a:endParaRPr/>
          </a:p>
          <a:p xmlns:a="http://schemas.openxmlformats.org/drawingml/2006/main">
            <a:r>
              <a:t>Источники: docs/56-technical-report.md; docs/34-documentation.md; requirements/qa-written-fsp-2026.md (B8).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4:10–4:45.</a:t>
            </a:r>
            <a:endParaRPr/>
          </a:p>
          <a:p xmlns:a="http://schemas.openxmlformats.org/drawingml/2006/main">
            <a:r>
              <a:t>Runner не получает Docker socket, файлы NAS и основную БД. SQL здесь — SQLite.</a:t>
            </a:r>
            <a:endParaRPr/>
          </a:p>
          <a:p xmlns:a="http://schemas.openxmlformats.org/drawingml/2006/main">
            <a:r>
              <a:t>Изображения: docs/assets/screenshots/question-bank.png; docs/assets/screenshots/practice.png.</a:t>
            </a:r>
            <a:endParaRPr/>
          </a:p>
          <a:p xmlns:a="http://schemas.openxmlformats.org/drawingml/2006/main">
            <a:r>
              <a:t>Источники: docs/56-technical-report.md; docs/44-deployment-and-operations.md.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4:45–5:25.</a:t>
            </a:r>
          </a:p>
          <a:p xmlns:a="http://schemas.openxmlformats.org/drawingml/2006/main">
            <a:r>
              <a:t>Raw pass достиг порога на первой форме; сервер потребовал вторую, и ни один перенос не подтвердился.</a:t>
            </a:r>
          </a:p>
          <a:p xmlns:a="http://schemas.openxmlformats.org/drawingml/2006/main">
            <a:r>
              <a:t>Это диагностика двух стратегий на синтетике, не доказательство невозможности списывания и не независимая калибровка Junior/Middle.</a:t>
            </a:r>
          </a:p>
          <a:p xmlns:a="http://schemas.openxmlformats.org/drawingml/2006/main">
            <a:r>
              <a:t>Источники: docs/assessment-v6-results.json; docs/56-technical-report.md; docs/50-completion-conformance.md.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5:25–6:05.</a:t>
            </a:r>
          </a:p>
          <a:p xmlns:a="http://schemas.openxmlformats.org/drawingml/2006/main">
            <a:r>
              <a:t>Называйте mock прямо. Публичный OIDC discovery не является контрактом API достижений и не разрешает использовать чужой client.</a:t>
            </a:r>
          </a:p>
          <a:p xmlns:a="http://schemas.openxmlformats.org/drawingml/2006/main">
            <a:r>
              <a:t>HTTPS-показ проверен извне: DNS, TLS, доступ, браузеры. Это ограниченный jury-контур; юридическая сертификация не заявляется.</a:t>
            </a:r>
          </a:p>
          <a:p xmlns:a="http://schemas.openxmlformats.org/drawingml/2006/main">
            <a:r>
              <a:t>Источники: docs/56-technical-report.md; docs/56-technical-report.md; docs/44-deployment-and-operations.md; tests/test_mailer.py.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6:05–6:45.</a:t>
            </a:r>
          </a:p>
          <a:p xmlns:a="http://schemas.openxmlformats.org/drawingml/2006/main">
            <a:r>
              <a:t>Четыре типа генерации, save/publish, попытка кандидата и advisory review прошли через живой NAS API.</a:t>
            </a:r>
          </a:p>
          <a:p xmlns:a="http://schemas.openxmlformats.org/drawingml/2006/main">
            <a:r>
              <a:t>Основной продукт работает без локальной LLM; адаптеры обучения v1/v2 отклонены.</a:t>
            </a:r>
          </a:p>
          <a:p xmlns:a="http://schemas.openxmlformats.org/drawingml/2006/main">
            <a:r>
              <a:t>Источники: docs/45-ai-answer-check-and-training-package.md; docs/release/2026-10-11-completion/nas-live-api.json.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6:45–7:25.</a:t>
            </a:r>
          </a:p>
          <a:p xmlns:a="http://schemas.openxmlformats.org/drawingml/2006/main">
            <a:r>
              <a:t>Схема показывает текущие компоненты: FastAPI, PostgreSQL/SQLite, отдельный VM-runner, локальный mock ФСП ID, локальную demo-почту и опциональный LLM-сервер.</a:t>
            </a:r>
          </a:p>
          <a:p xmlns:a="http://schemas.openxmlformats.org/drawingml/2006/main">
            <a:r>
              <a:t>Проверены 401 без ключа, 422 для пустого ввода и полный живой API-сценарий.</a:t>
            </a:r>
          </a:p>
          <a:p xmlns:a="http://schemas.openxmlformats.org/drawingml/2006/main">
            <a:r>
              <a:t>HTTPS-показ: https://fsptest.kolesnikovny.ru. Российский VPS завершает TLS и передаёт запросы по ограниченному SSH-туннелю на NAS. В jury-режиме отключены регистрация, почта, PDF-import, mock-ФСП и LLM; полный путь проверен локально.</a:t>
            </a:r>
          </a:p>
          <a:p xmlns:a="http://schemas.openxmlformats.org/drawingml/2006/main">
            <a:r>
              <a:t>Источники: docs/assets/diagrams/diagram_components.svg; docs/44-deployment-and-operations.md; docs/release/2026-10-11-completion/connect-nas-model-tests.json; docs/60-jury-submission.md; docs/61-temporary-domain-stand.md.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7:25–8:05.</a:t>
            </a:r>
          </a:p>
          <a:p xmlns:a="http://schemas.openxmlformats.org/drawingml/2006/main">
            <a:r>
              <a:t>Это зафиксированные результаты базового выпуска до подготовки отдельного публичного контура для жюри.</a:t>
            </a:r>
          </a:p>
          <a:p xmlns:a="http://schemas.openxmlformats.org/drawingml/2006/main">
            <a:r>
              <a:t>SQLite: 410 passed, 2 skipped; PostgreSQL: 411 passed, 1 skipped; по 44 browser-сценария на трёх движках.</a:t>
            </a:r>
          </a:p>
          <a:p xmlns:a="http://schemas.openxmlformats.org/drawingml/2006/main">
            <a:r>
              <a:t>VM runner: 28/28; три эталона прошли, три типовые ошибки убиты hidden cases.</a:t>
            </a:r>
          </a:p>
          <a:p xmlns:a="http://schemas.openxmlformats.org/drawingml/2006/main">
            <a:r>
              <a:t>Версии и команды: docs/release/2026-10-11-completion/verification.json; метод приёмки: docs/48-release-acceptance.md.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8:05–8:45.</a:t>
            </a:r>
          </a:p>
          <a:p xmlns:a="http://schemas.openxmlformats.org/drawingml/2006/main">
            <a:r>
              <a:t>Не заявлять цены, рыночные доли или завершённый человеческий пилот. Пустой шаблон пилота означает not-conducted.</a:t>
            </a:r>
          </a:p>
          <a:p xmlns:a="http://schemas.openxmlformats.org/drawingml/2006/main">
            <a:r>
              <a:t>Источники: docs/57-project-report.md; docs/50-completion-conformance.md; docs/50-completion-conformance.md.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Время: 8:45–10:00 вместе с коротким live-demo и переходом к вопросам.</a:t>
            </a:r>
          </a:p>
          <a:p xmlns:a="http://schemas.openxmlformats.org/drawingml/2006/main">
            <a:r>
              <a:t>Закройте тремя фактами: сквозной цикл работает; private oracle не раскрывается; ИИ не публикует и не оценивает окончательно без человека.</a:t>
            </a:r>
          </a:p>
          <a:p xmlns:a="http://schemas.openxmlformats.org/drawingml/2006/main">
            <a:r>
              <a:t>Открытый конкурсный выпуск: https://github.com/punkpsyh-hash/Fsp, ветка main, тег lct-2026. Код и материалы скачиваются без аккаунта и приглашений. Пароль HTTPS-стенда передаётся жюри отдельно.</a:t>
            </a:r>
          </a:p>
          <a:p xmlns:a="http://schemas.openxmlformats.org/drawingml/2006/main">
            <a:r>
              <a:t>Источники: docs/60-jury-submission.md; docs/50-completion-conformance.md; docs/50-completion-conformance.md.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c744fb9e5204c08" /><Relationship Type="http://schemas.openxmlformats.org/officeDocument/2006/relationships/image" Target="/ppt/media/image2.png" Id="R731104fa9a744bd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0045c1e1c04c6b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bfd9d31fac483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fbda44d0fca4d5d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cc06b1938344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2730367f2c4af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c000973fefb41d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69aa9ec8ce42b5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59acd478d040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1c175d04f04365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a86572fff34c2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a4020d49214d42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ed389c5a474e35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0ed46c2ef842f6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40d21d84fc434d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d045bf80f6417e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3d04247b4f469b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c5cffd76a64de6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94c803e50d48e7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22a548f3f754b5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79fdef15e304da0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0058f96f44157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3c4f1a12a4456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731104fa9a744bd6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02.10.2026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02.10.2026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02.10.2026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02.10.2026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02.10.2026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02.10.2026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6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5445BF68-B710-4C59-ADE6-DD6E5A0164D7}"/>
              </a:ext>
            </a:extLst>
          </p:cNvPr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9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C27EE4C1-5640-4D64-84BF-A2B07D1D4D47}"/>
              </a:ext>
            </a:extLst>
          </p:cNvPr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0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38CEB43D-9430-4BBE-926D-6F6BD8ECF2B8}"/>
              </a:ext>
            </a:extLst>
          </p:cNvPr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71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CCD8AA5C-8FF5-44FA-AA8C-9C217340AAC0}"/>
              </a:ext>
            </a:extLst>
          </p:cNvPr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02.10.2026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400594cf119c4667" /><Relationship Type="http://schemas.openxmlformats.org/officeDocument/2006/relationships/theme" Target="/ppt/slideMasters/theme/theme2.xml" Id="Rca6cc3fb8b2e4629" /><Relationship Type="http://schemas.openxmlformats.org/officeDocument/2006/relationships/slideLayout" Target="/ppt/slideLayouts/slideLayout1.xml" Id="Rcc5e3e654e90498c" /><Relationship Type="http://schemas.openxmlformats.org/officeDocument/2006/relationships/slideLayout" Target="/ppt/slideLayouts/slideLayout2.xml" Id="R0f6f80d590ef4b03" /><Relationship Type="http://schemas.openxmlformats.org/officeDocument/2006/relationships/slideLayout" Target="/ppt/slideLayouts/slideLayout3.xml" Id="R12edf3f1de7e48b2" /><Relationship Type="http://schemas.openxmlformats.org/officeDocument/2006/relationships/slideLayout" Target="/ppt/slideLayouts/slideLayout4.xml" Id="Rb47914c143eb44fe" /><Relationship Type="http://schemas.openxmlformats.org/officeDocument/2006/relationships/slideLayout" Target="/ppt/slideLayouts/slideLayout5.xml" Id="Rd8a854a5ed504e8e" /><Relationship Type="http://schemas.openxmlformats.org/officeDocument/2006/relationships/slideLayout" Target="/ppt/slideLayouts/slideLayout6.xml" Id="Rb7d8bf5da2634bb9" /><Relationship Type="http://schemas.openxmlformats.org/officeDocument/2006/relationships/slideLayout" Target="/ppt/slideLayouts/slideLayout7.xml" Id="R5929dca6c5c54b52" /><Relationship Type="http://schemas.openxmlformats.org/officeDocument/2006/relationships/slideLayout" Target="/ppt/slideLayouts/slideLayout8.xml" Id="Ra204bb344c504482" /><Relationship Type="http://schemas.openxmlformats.org/officeDocument/2006/relationships/slideLayout" Target="/ppt/slideLayouts/slideLayout9.xml" Id="R3c69ae189e7d44a1" /><Relationship Type="http://schemas.openxmlformats.org/officeDocument/2006/relationships/slideLayout" Target="/ppt/slideLayouts/slideLayout10.xml" Id="R833d3f71e41747e2" /><Relationship Type="http://schemas.openxmlformats.org/officeDocument/2006/relationships/slideLayout" Target="/ppt/slideLayouts/slideLayout11.xml" Id="R40fde5a661e4450f" /><Relationship Type="http://schemas.openxmlformats.org/officeDocument/2006/relationships/slideLayout" Target="/ppt/slideLayouts/slideLayout12.xml" Id="R3df9fa6692a744c4" /><Relationship Type="http://schemas.openxmlformats.org/officeDocument/2006/relationships/slideLayout" Target="/ppt/slideLayouts/slideLayout13.xml" Id="Rd83c506e129d4e0b" /><Relationship Type="http://schemas.openxmlformats.org/officeDocument/2006/relationships/slideLayout" Target="/ppt/slideLayouts/slideLayout14.xml" Id="R0028fa2122434f01" /><Relationship Type="http://schemas.openxmlformats.org/officeDocument/2006/relationships/slideLayout" Target="/ppt/slideLayouts/slideLayout15.xml" Id="R06c4e590d55f446e" /><Relationship Type="http://schemas.openxmlformats.org/officeDocument/2006/relationships/slideLayout" Target="/ppt/slideLayouts/slideLayout16.xml" Id="R5bfb347babba44cb" /><Relationship Type="http://schemas.openxmlformats.org/officeDocument/2006/relationships/slideLayout" Target="/ppt/slideLayouts/slideLayout17.xml" Id="R94e7a2e0a59641b3" /><Relationship Type="http://schemas.openxmlformats.org/officeDocument/2006/relationships/slideLayout" Target="/ppt/slideLayouts/slideLayout18.xml" Id="Rda301ae73bf54b84" /><Relationship Type="http://schemas.openxmlformats.org/officeDocument/2006/relationships/slideLayout" Target="/ppt/slideLayouts/slideLayout19.xml" Id="Rc7bff4f5e3e84094" /><Relationship Type="http://schemas.openxmlformats.org/officeDocument/2006/relationships/slideLayout" Target="/ppt/slideLayouts/slideLayout20.xml" Id="Ra500a0e823ca4768" /><Relationship Type="http://schemas.openxmlformats.org/officeDocument/2006/relationships/slideLayout" Target="/ppt/slideLayouts/slideLayout21.xml" Id="R6ef1e8a47b484e3c" /><Relationship Type="http://schemas.openxmlformats.org/officeDocument/2006/relationships/slideLayout" Target="/ppt/slideLayouts/slideLayout22.xml" Id="R4008b21f8a734468" /><Relationship Type="http://schemas.openxmlformats.org/officeDocument/2006/relationships/slideLayout" Target="/ppt/slideLayouts/slideLayout23.xml" Id="R3e0769f736414e28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00594cf119c466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02.10.2026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c5e3e654e90498c"/>
    <p:sldLayoutId xmlns:r="http://schemas.openxmlformats.org/officeDocument/2006/relationships" id="2147483650" r:id="R0f6f80d590ef4b03"/>
    <p:sldLayoutId xmlns:r="http://schemas.openxmlformats.org/officeDocument/2006/relationships" id="2147483651" r:id="R12edf3f1de7e48b2"/>
    <p:sldLayoutId xmlns:r="http://schemas.openxmlformats.org/officeDocument/2006/relationships" id="2147483652" r:id="Rb47914c143eb44fe"/>
    <p:sldLayoutId xmlns:r="http://schemas.openxmlformats.org/officeDocument/2006/relationships" id="2147483653" r:id="Rd8a854a5ed504e8e"/>
    <p:sldLayoutId xmlns:r="http://schemas.openxmlformats.org/officeDocument/2006/relationships" id="2147483654" r:id="Rb7d8bf5da2634bb9"/>
    <p:sldLayoutId xmlns:r="http://schemas.openxmlformats.org/officeDocument/2006/relationships" id="2147483655" r:id="R5929dca6c5c54b52"/>
    <p:sldLayoutId xmlns:r="http://schemas.openxmlformats.org/officeDocument/2006/relationships" id="2147483656" r:id="Ra204bb344c504482"/>
    <p:sldLayoutId xmlns:r="http://schemas.openxmlformats.org/officeDocument/2006/relationships" id="2147483657" r:id="R3c69ae189e7d44a1"/>
    <p:sldLayoutId xmlns:r="http://schemas.openxmlformats.org/officeDocument/2006/relationships" id="2147483658" r:id="R833d3f71e41747e2"/>
    <p:sldLayoutId xmlns:r="http://schemas.openxmlformats.org/officeDocument/2006/relationships" id="2147483659" r:id="R40fde5a661e4450f"/>
    <p:sldLayoutId xmlns:r="http://schemas.openxmlformats.org/officeDocument/2006/relationships" id="2147483660" r:id="R3df9fa6692a744c4"/>
    <p:sldLayoutId xmlns:r="http://schemas.openxmlformats.org/officeDocument/2006/relationships" id="2147483661" r:id="Rd83c506e129d4e0b"/>
    <p:sldLayoutId xmlns:r="http://schemas.openxmlformats.org/officeDocument/2006/relationships" id="2147483662" r:id="R0028fa2122434f01"/>
    <p:sldLayoutId xmlns:r="http://schemas.openxmlformats.org/officeDocument/2006/relationships" id="2147483663" r:id="R06c4e590d55f446e"/>
    <p:sldLayoutId xmlns:r="http://schemas.openxmlformats.org/officeDocument/2006/relationships" id="2147483664" r:id="R5bfb347babba44cb"/>
    <p:sldLayoutId xmlns:r="http://schemas.openxmlformats.org/officeDocument/2006/relationships" id="2147483665" r:id="R94e7a2e0a59641b3"/>
    <p:sldLayoutId xmlns:r="http://schemas.openxmlformats.org/officeDocument/2006/relationships" id="2147483666" r:id="Rda301ae73bf54b84"/>
    <p:sldLayoutId xmlns:r="http://schemas.openxmlformats.org/officeDocument/2006/relationships" id="2147483667" r:id="Rc7bff4f5e3e84094"/>
    <p:sldLayoutId xmlns:r="http://schemas.openxmlformats.org/officeDocument/2006/relationships" id="2147483668" r:id="Ra500a0e823ca4768"/>
    <p:sldLayoutId xmlns:r="http://schemas.openxmlformats.org/officeDocument/2006/relationships" id="2147483669" r:id="R6ef1e8a47b484e3c"/>
    <p:sldLayoutId xmlns:r="http://schemas.openxmlformats.org/officeDocument/2006/relationships" id="2147483670" r:id="R4008b21f8a734468"/>
    <p:sldLayoutId xmlns:r="http://schemas.openxmlformats.org/officeDocument/2006/relationships" id="2147483671" r:id="R3e0769f736414e28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4e367fd00d4e88" /><Relationship Type="http://schemas.openxmlformats.org/officeDocument/2006/relationships/image" Target="/ppt/media/image3.png" Id="R6ff5e241f3834d9c" /><Relationship Type="http://schemas.openxmlformats.org/officeDocument/2006/relationships/notesSlide" Target="/ppt/notesSlides/notesSlide1.xml" Id="R5131dbb9749a41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e1506fc266d4be1" /><Relationship Type="http://schemas.openxmlformats.org/officeDocument/2006/relationships/image" Target="/ppt/media/image4.png" Id="R1e92e7ef1e92488d" /><Relationship Type="http://schemas.openxmlformats.org/officeDocument/2006/relationships/image" Target="/ppt/media/image5.png" Id="Rae48bfc6cfcc4945" /><Relationship Type="http://schemas.openxmlformats.org/officeDocument/2006/relationships/notesSlide" Target="/ppt/notesSlides/notesSlide2.xml" Id="R2c1311a97ed546b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ae4d79b0092426c" /><Relationship Type="http://schemas.openxmlformats.org/officeDocument/2006/relationships/image" Target="/ppt/media/image.png" Id="R19fc4caba8bc4b7d" /><Relationship Type="http://schemas.openxmlformats.org/officeDocument/2006/relationships/notesSlide" Target="/ppt/notesSlides/notesSlide3.xml" Id="R3824bbc2e6de403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710cb28059664bf4" /><Relationship Type="http://schemas.openxmlformats.org/officeDocument/2006/relationships/image" Target="/ppt/media/image6.png" Id="Rfa94b73190cc45bc" /><Relationship Type="http://schemas.openxmlformats.org/officeDocument/2006/relationships/notesSlide" Target="/ppt/notesSlides/notesSlide4.xml" Id="R7a793ec0022540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5728229c8014c3b" /><Relationship Type="http://schemas.openxmlformats.org/officeDocument/2006/relationships/image" Target="/ppt/media/image.png" Id="R40c27b3448e54297" /><Relationship Type="http://schemas.openxmlformats.org/officeDocument/2006/relationships/notesSlide" Target="/ppt/notesSlides/notesSlide5.xml" Id="R1477763ff13f43e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b421d91911984fa7" /><Relationship Type="http://schemas.openxmlformats.org/officeDocument/2006/relationships/image" Target="/ppt/media/image.png" Id="R887bbec9a08d4d61" /><Relationship Type="http://schemas.openxmlformats.org/officeDocument/2006/relationships/notesSlide" Target="/ppt/notesSlides/notesSlide6.xml" Id="Rf00a37465cfb42f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eb29058477ca4744" /><Relationship Type="http://schemas.openxmlformats.org/officeDocument/2006/relationships/image" Target="/ppt/media/image.png" Id="Rb370cd008807492f" /><Relationship Type="http://schemas.openxmlformats.org/officeDocument/2006/relationships/image" Target="/ppt/media/image7.png" Id="R4b0777d549a14437" /><Relationship Type="http://schemas.openxmlformats.org/officeDocument/2006/relationships/image" Target="/ppt/media/image8.png" Id="R19edf8fdbd674c91" /><Relationship Type="http://schemas.openxmlformats.org/officeDocument/2006/relationships/notesSlide" Target="/ppt/notesSlides/notesSlide7.xml" Id="R4bbbc4d6643e415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a764de33547f4ddb" /><Relationship Type="http://schemas.openxmlformats.org/officeDocument/2006/relationships/image" Target="/ppt/media/image.png" Id="R5c790a94234446dc" /><Relationship Type="http://schemas.openxmlformats.org/officeDocument/2006/relationships/image" Target="/ppt/media/image9.png" Id="R20db8d1090f649c4" /><Relationship Type="http://schemas.openxmlformats.org/officeDocument/2006/relationships/image" Target="/ppt/media/image10.png" Id="Re91735e8cb2d436e" /><Relationship Type="http://schemas.openxmlformats.org/officeDocument/2006/relationships/notesSlide" Target="/ppt/notesSlides/notesSlide8.xml" Id="R3e0bc87b3cce432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2.xml" Id="R892f7f49251e4f57" /><Relationship Type="http://schemas.openxmlformats.org/officeDocument/2006/relationships/image" Target="/ppt/media/image.png" Id="Rd5fc4e413af7473b" /><Relationship Type="http://schemas.openxmlformats.org/officeDocument/2006/relationships/image" Target="/ppt/media/image11.png" Id="R00b5da9fe7924455" /><Relationship Type="http://schemas.openxmlformats.org/officeDocument/2006/relationships/image" Target="/ppt/media/image12.png" Id="Rc0f9724dfee04838" /><Relationship Type="http://schemas.openxmlformats.org/officeDocument/2006/relationships/notesSlide" Target="/ppt/notesSlides/notesSlide9.xml" Id="Re707b46b246c48b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a15860ed6204fd6" /><Relationship Type="http://schemas.openxmlformats.org/officeDocument/2006/relationships/image" Target="/ppt/media/image6.png" Id="Rcd92640fd22b4309" /><Relationship Type="http://schemas.openxmlformats.org/officeDocument/2006/relationships/notesSlide" Target="/ppt/notesSlides/notesSlide10.xml" Id="Rd27c4813b97043e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3.xml" Id="Rf0ba6f4ac9c84b61" /><Relationship Type="http://schemas.openxmlformats.org/officeDocument/2006/relationships/image" Target="/ppt/media/image4.png" Id="R857f2d34da9d4c6f" /><Relationship Type="http://schemas.openxmlformats.org/officeDocument/2006/relationships/notesSlide" Target="/ppt/notesSlides/notesSlide11.xml" Id="Rc8794c0611c1471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0cd103ca91fb4ee9" /><Relationship Type="http://schemas.openxmlformats.org/officeDocument/2006/relationships/image" Target="/ppt/media/image.png" Id="Rf936eed0372a446a" /><Relationship Type="http://schemas.openxmlformats.org/officeDocument/2006/relationships/notesSlide" Target="/ppt/notesSlides/notesSlide12.xml" Id="Ra00dd61fb5e14df2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4fd5f83b8b754eff" /><Relationship Type="http://schemas.openxmlformats.org/officeDocument/2006/relationships/image" Target="/ppt/media/image6.png" Id="Rdd8900d4c217488d" /><Relationship Type="http://schemas.openxmlformats.org/officeDocument/2006/relationships/image" Target="/ppt/media/image13.png" Id="Rd688f1bf685641d1" /><Relationship Type="http://schemas.openxmlformats.org/officeDocument/2006/relationships/image" Target="/ppt/media/image.svg" Id="Rc1d536c461f64385" /><Relationship Type="http://schemas.openxmlformats.org/officeDocument/2006/relationships/notesSlide" Target="/ppt/notesSlides/notesSlide13.xml" Id="Rb5f23a62bf624c7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7.xml" Id="R6b94a22c306c4c09" /><Relationship Type="http://schemas.openxmlformats.org/officeDocument/2006/relationships/image" Target="/ppt/media/image4.png" Id="Rbd92d3cda89e4f33" /><Relationship Type="http://schemas.openxmlformats.org/officeDocument/2006/relationships/notesSlide" Target="/ppt/notesSlides/notesSlide14.xml" Id="R3425b26f2ccf44a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62134362e2cb4208" /><Relationship Type="http://schemas.openxmlformats.org/officeDocument/2006/relationships/image" Target="/ppt/media/image.png" Id="Rd21bf85b57c14e2d" /><Relationship Type="http://schemas.openxmlformats.org/officeDocument/2006/relationships/notesSlide" Target="/ppt/notesSlides/notesSlide15.xml" Id="R622df4055da94bc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5df79b2731d74c17" /><Relationship Type="http://schemas.openxmlformats.org/officeDocument/2006/relationships/image" Target="/ppt/media/image6.png" Id="R6b068e9982bd43e2" /><Relationship Type="http://schemas.openxmlformats.org/officeDocument/2006/relationships/notesSlide" Target="/ppt/notesSlides/notesSlide16.xml" Id="R0ae75e157eb5436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271463" indent="-3175">
              <a:buNone/>
            </a:pPr>
            <a:r>
              <a:t>Цифровая платформа-агрегатор ИТ-вакансий </a:t>
            </a:r>
            <a:br/>
            <a:r>
              <a:t>с верифицированным профилем достижений </a:t>
            </a:r>
            <a:br/>
            <a:r>
              <a:t>участника Федерации спортивного программирования (ФСП)</a:t>
            </a: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pic>
        <p:nvPicPr>
          <p:cNvPr id="10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2C0D513A-4C68-486C-BFAC-5FDBA852A8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ff5e241f3834d9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6075" y="631174"/>
            <a:ext cx="4905194" cy="620035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04F81A-9BD0-46AC-B9F0-927829B6A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СТУДИЯ 37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79D24A4-3796-41DE-89EB-6F1D81F9D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81250"/>
            <a:ext cx="5619750" cy="1409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4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92000"/>
              </a:lnSpc>
              <a:buNone/>
              <a:defRPr sz="4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КАРЬЕРНЫЙ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1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ПРОФИЛЬ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239B86-243B-4D8D-87E6-EC1293505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848100"/>
            <a:ext cx="5334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Обратный подбор ИТ-специалистов</a:t>
            </a:r>
          </a:p>
          <a:p xmlns:a="http://schemas.openxmlformats.org/drawingml/2006/main">
            <a:pPr algn="l">
              <a:lnSpc>
                <a:spcPct val="102000"/>
              </a:lnSpc>
              <a:buNone/>
              <a:def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 подтверждённым навыкам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224B4F-66FB-4EBC-A01C-C6690FD14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163D1D2-BF19-476A-A7B1-B126BE4D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e92e7ef1e92488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335267"/>
            <a:ext cx="6456363" cy="2971784"/>
          </a:xfrm>
        </p:spPr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/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6E15D6BC-C44B-42A5-9767-25DFBD038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29BB9A37-21C1-4915-ADD3-EECB585F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87A81813-2E2C-40B5-A6DB-05217ABBA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69ADA83D-DF77-AA76-6DA0-7A70CD7A4D20}" type="slidenum">
              <a:rPr sz="1200">
                <a:solidFill>
                  <a:schemeClr val="accent5"/>
                </a:solidFill>
              </a:rPr>
              <a:t/>
            </a:fld>
            <a:endParaRPr sz="1200">
              <a:solidFill>
                <a:schemeClr val="accent5"/>
              </a:solidFill>
            </a:endParaRPr>
          </a:p>
        </p:txBody>
      </p:sp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9C6A97-DE34-4058-8BCE-BBCD4EA66B1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8bfc6cfcc4945"/>
          <a:srcRect xmlns:a="http://schemas.openxmlformats.org/drawingml/2006/main" l="0" t="16867" r="0" b="168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333375"/>
            <a:ext cx="6457950" cy="2971800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B0CF6A-29B2-4E00-A282-24C829D48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314700"/>
            <a:ext cx="6457950" cy="3009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ECF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E581C1-8286-4FD4-98B9-671C349BA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47662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 КОМАНДЕ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6F18200-B38A-4BB0-BDB4-1B9794F21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394335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Капитан: Никита Колесников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Команда: «Студия 37» · 4 участника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Роли подтверждены прежней командной презентацией.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B182C9-DA0F-45DD-A857-29EF3F05C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914400"/>
            <a:ext cx="5238750" cy="533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5586C3-A53D-432C-856F-64B2D22A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038225"/>
            <a:ext cx="5191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3B42985-C445-403F-8DE3-8BD59B48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133475"/>
            <a:ext cx="4810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СТУДИЯ 37 · КАРЬЕРНЫЙ ПРОФИЛЬ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797CFD-2C23-46C1-9379-03D03CE4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20980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Кратко о решении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4F1FFDD-92E1-4377-B8D5-6F68F635C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4667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подтверждает специализацию и грейд. Работодатель задаёт потребность команды, видит объяснение score и направляет приглашение. Контакт открывается после решения кандидата.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DE65577-0AB4-40FB-8FBE-9A0C0F9F0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476750"/>
            <a:ext cx="466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7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Уникальность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F228D2-1342-4C7F-8511-767C46BA2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914900"/>
            <a:ext cx="46672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 одном цикле объединены происхождение сигнала, отдельная практика, объяснимый подбор и явное согласие на раскрытие контакта.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207C4E-D9E9-46C3-A306-F7D7D9434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A0F4638-69D0-4F42-8DEE-6A85A160F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9fc4caba8bc4b7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59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6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5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62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1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6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65" name="Скругленный 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49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3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6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2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4C94D4FF-301C-477D-8018-73C5CC99D493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81397" y="1816054"/>
            <a:ext cx="1722566" cy="1552901"/>
          </a:xfrm>
        </p:spPr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2886467" y="1826554"/>
            <a:ext cx="1722566" cy="1542401"/>
          </a:xfrm>
        </p:spPr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191784" y="1809238"/>
            <a:ext cx="1722567" cy="1559717"/>
          </a:xfrm>
        </p:spPr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7520208" y="1809238"/>
            <a:ext cx="1722567" cy="1559717"/>
          </a:xfrm>
        </p:spPr>
      </p:sp>
      <p:sp>
        <p:nvSpPr>
          <p:cNvPr id="6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9802422" y="1809238"/>
            <a:ext cx="1722566" cy="1559717"/>
          </a:xfrm>
        </p:spPr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C05AC35-39FE-4BA3-A8B9-FB6B66CA7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2192000" cy="5791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A053914-BD53-411F-9318-B831104AC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572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88B94C27-4020-4CDD-84BF-2C85C38C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КОМАНДА «СТУДИЯ 37»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C5B37DF-EE80-47B6-A588-A84AEE14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2533650" cy="43815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6E4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041513-43F8-4A49-9300-88B3B316B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1752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CF5"/>
          </a:solidFill>
          <a:ln xmlns:a="http://schemas.openxmlformats.org/drawingml/2006/main" w="19050">
            <a:solidFill>
              <a:srgbClr val="FF0053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A5BF71-7F57-4716-9D73-3C961A98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0955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НК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16678D26-AF4B-4E3B-9818-FA0FC4AD4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813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Никита</a:t>
            </a:r>
          </a:p>
          <a:p xmlns:a="http://schemas.openxmlformats.org/drawingml/2006/main">
            <a: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Колесников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DBDCEF25-0B5C-4DE5-8E98-040A7D792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Капитан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88DAB536-8629-4D4A-A65D-2659D49FC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958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rPr>
              <a:t>Координация и продукт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341E18-510B-47EE-9C15-05439E95B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1428750"/>
            <a:ext cx="2533650" cy="43815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6E4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55E1030-010A-4514-9638-DB9EAADFB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52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CF5"/>
          </a:solidFill>
          <a:ln xmlns:a="http://schemas.openxmlformats.org/drawingml/2006/main" w="19050">
            <a:solidFill>
              <a:srgbClr val="FF0053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61740EB-EB95-4C93-B6F8-A13999F2D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0955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ЕК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A0FFD67A-E7D2-42E3-AABA-10F14842C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6175" y="31813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Егор</a:t>
            </a:r>
          </a:p>
          <a:p xmlns:a="http://schemas.openxmlformats.org/drawingml/2006/main">
            <a: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Кручинин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9A90876-B6BA-439F-B1D2-23C882E82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9575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Проектировщик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7178ABBB-194A-4D15-9983-3D33C8FE8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225" y="46958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rPr>
              <a:t>Сценарии и структура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0E025D9E-68F5-40D2-873D-AD01496DB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428750"/>
            <a:ext cx="2533650" cy="43815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6E4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3C987B3B-7435-42F9-9467-D18E0B6C6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8025" y="1752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CF5"/>
          </a:solidFill>
          <a:ln xmlns:a="http://schemas.openxmlformats.org/drawingml/2006/main" w="19050">
            <a:solidFill>
              <a:srgbClr val="FF005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93B26C95-4C2C-4480-83DB-F64F10449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0955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ЛП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DA686A64-A8E4-4BF2-8FE5-A068756F5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31813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Лев</a:t>
            </a:r>
          </a:p>
          <a:p xmlns:a="http://schemas.openxmlformats.org/drawingml/2006/main">
            <a: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Павлов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61941960-AF49-4078-88B7-8D67EF7DE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09575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Тестировщик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5D459AF-BA2E-46C8-917C-882E9BF7D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958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rPr>
              <a:t>Проверки и качество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02D1E8C5-2EE4-4890-9F69-4971E7FF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1428750"/>
            <a:ext cx="2533650" cy="4381500"/>
          </a:xfrm>
          <a:prstGeom xmlns:a="http://schemas.openxmlformats.org/drawingml/2006/main" prst="roundRect">
            <a:avLst>
              <a:gd name="adj" fmla="val 45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D6E4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B348EFF-6927-4B91-A8EF-96513C5C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1752600"/>
            <a:ext cx="11430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ECF5"/>
          </a:solidFill>
          <a:ln xmlns:a="http://schemas.openxmlformats.org/drawingml/2006/main" w="19050">
            <a:solidFill>
              <a:srgbClr val="FF0053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C54B27A-73AC-48B9-9803-FE7F72494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7925" y="20955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3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ДВ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E495C8E-890A-4644-BF62-E78F257A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3181350"/>
            <a:ext cx="20383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Дмитрий</a:t>
            </a:r>
          </a:p>
          <a:p xmlns:a="http://schemas.openxmlformats.org/drawingml/2006/main">
            <a:pPr algn="ctr">
              <a:def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Висляев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74A785C4-43A8-4410-8619-E6109913B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15475" y="4095750"/>
            <a:ext cx="2076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Технический писатель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550A67F7-562D-49A2-A5D7-670C1DC5E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695825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pPr>
            <a:r>
              <a:rPr sz="120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rPr>
              <a:t>Документация и защита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0731FD33-4199-484A-9189-4F941BECA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597DB8E5-18F2-4C77-8F3F-BD67883E9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a94b73190cc45b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accent5"/>
                </a:solidFill>
              </a:rPr>
              <a:t/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E0471E8A-CBAC-4BDE-ADA7-F39660B4D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7B5A68AB-6351-488D-8D69-1D270A42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B5F385A5-DC85-498E-8975-36DC826F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F1B462-2640-441C-8CBE-7AE09DF9A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066800"/>
            <a:ext cx="12192000" cy="5219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1C2F3ED-93AF-4E6A-B459-26FE88F3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286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8D09131-F32D-49EE-B9C5-F35EB4D0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905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ПОЧЕМУ ЭТА ЗАДАЧА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3BA64BE-4536-4221-8FC2-046677E7B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81125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EAFAD1F-5714-48C1-B4A2-432837720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4001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Проблема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CB8B122-A02B-4A78-8957-DB350B912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38112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Резюме показывает заявление о навыке, но редко объясняет происхождение сигнала. Работодатель повторяет первичный отсев, а кандидат не управляет моментом раскрытия контакта.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580726-F77B-45BE-ACA0-7B9E12173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581275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A62BDCB-A4DA-4828-B04B-EA9C71CB9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43225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E47A80E-8B39-48D9-9901-342B506A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29622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Выбор направления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793A5E4-522B-44E6-B1AC-B70A7A53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94322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Проект связывает достижения ФСП с профессиональной оценкой, не превращая спортивный сигнал в автоматическое повышение грейда.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A61C81B-1F01-436F-8037-3FA799C74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143375"/>
            <a:ext cx="96964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6E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647D022-5D50-4F23-97BC-FAC4B5550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05325"/>
            <a:ext cx="952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75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85921B9-ACDD-4731-8A2C-D37A2087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52437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Главные вызовы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2989B46-CCBF-4E41-9ECA-0B89534E9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05325"/>
            <a:ext cx="6667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 раскрыть private oracle; обеспечить повторную форму; изолировать исполняемые задания; отделить локальный mock ФСП от будущей внешней интеграции.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CE55B87-FD9C-45EC-AF15-30D79E405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7C420C7-29FF-4933-991B-9500BFE9E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0c27b3448e5429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/>
                </a:solidFill>
              </a:rPr>
              <a:t/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/>
                </a:solidFill>
              </a:rPr>
              <a:t/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BDF512-1618-4B48-ACC1-325E5509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762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B29A9B-1405-4778-A188-947794A78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КОРОТКО О РЕШЕНИИ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2FC72AA-87A7-4794-82B3-EF141FDE0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381125"/>
            <a:ext cx="51244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9345A96-9E9E-494A-8C43-811AF9929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5124450" cy="461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23BCB0-8B9D-4776-A2A3-0946FA4B3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5049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Техническая суть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37FD99F-E9F3-4B1A-B41B-90CE71F97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457200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FastAPI, PostgreSQL 16 и React/TypeScript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оценка специализации и грейда с повторной формой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объяснимый score под конкретную потребность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практика Python, JavaScript и SQLite в одноразовой VM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Qwen3-4B помогает автору, публикацию подтверждает человек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AE90471-DDEF-45C4-B84A-7B6D71584F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5049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Применение и развитие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E987C5-3593-41FC-8BE3-F1AD3299D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09800"/>
            <a:ext cx="45529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конкурсный продукт на синтетических данных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пилот: интервью и реальные описания потребностей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внешняя интеграция ФСП — после регистрации собственного client и контракта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HTTPS-показ жюри работает через российский VPS и NAS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production и человеческий пилот пока не заявляются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0E178B8-5325-4E19-9FC2-7CED33B11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BA0060A-1784-433E-86F5-327270F2A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87bbec9a08d4d6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41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37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133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62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18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accent5"/>
                </a:solidFill>
              </a:rPr>
              <a:t/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16304" y="328681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4569890" y="326454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405081" y="3277471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AD61D5C9-2EBC-4F1E-BD45-C7299ACC85AA}"/>
              </a:ext>
            </a:extLst>
          </p:cNvPr>
          <p:cNvCxnSpPr/>
          <p:nvPr/>
        </p:nvCxnSpPr>
        <p:spPr>
          <a:xfrm xmlns:a="http://schemas.openxmlformats.org/drawingml/2006/main" flipV="1">
            <a:off x="3041995" y="2120995"/>
            <a:ext cx="2288595" cy="1147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3" name="Google Shape;2830;p94">
            <a:extLst xmlns:a="http://schemas.openxmlformats.org/drawingml/2006/main"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9087" y="1753233"/>
            <a:ext cx="738530" cy="687909"/>
          </a:xfrm>
          <a:custGeom xmlns:a="http://schemas.openxmlformats.org/drawingml/2006/main"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4" name="Google Shape;2831;p94">
            <a:extLst xmlns:a="http://schemas.openxmlformats.org/drawingml/2006/main"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88385"/>
            <a:ext cx="311114" cy="244088"/>
          </a:xfrm>
          <a:custGeom xmlns:a="http://schemas.openxmlformats.org/drawingml/2006/main"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5" name="Google Shape;2832;p94">
            <a:extLst xmlns:a="http://schemas.openxmlformats.org/drawingml/2006/main"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84" y="1938446"/>
            <a:ext cx="20941" cy="30065"/>
          </a:xfrm>
          <a:custGeom xmlns:a="http://schemas.openxmlformats.org/drawingml/2006/main"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6" name="Google Shape;2833;p94">
            <a:extLst xmlns:a="http://schemas.openxmlformats.org/drawingml/2006/main"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7599" y="1908454"/>
            <a:ext cx="22617" cy="30065"/>
          </a:xfrm>
          <a:custGeom xmlns:a="http://schemas.openxmlformats.org/drawingml/2006/main"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7" name="Google Shape;2834;p94">
            <a:extLst xmlns:a="http://schemas.openxmlformats.org/drawingml/2006/main"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8361" y="1843211"/>
            <a:ext cx="22691" cy="30065"/>
          </a:xfrm>
          <a:custGeom xmlns:a="http://schemas.openxmlformats.org/drawingml/2006/main"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8" name="Google Shape;2835;p94">
            <a:extLst xmlns:a="http://schemas.openxmlformats.org/drawingml/2006/main"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11440"/>
            <a:ext cx="59172" cy="21254"/>
          </a:xfrm>
          <a:custGeom xmlns:a="http://schemas.openxmlformats.org/drawingml/2006/main"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9" name="Google Shape;2836;p94">
            <a:extLst xmlns:a="http://schemas.openxmlformats.org/drawingml/2006/main"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52022"/>
            <a:ext cx="102586" cy="23030"/>
          </a:xfrm>
          <a:custGeom xmlns:a="http://schemas.openxmlformats.org/drawingml/2006/main"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0" name="Google Shape;2837;p94">
            <a:extLst xmlns:a="http://schemas.openxmlformats.org/drawingml/2006/main"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636" y="1846765"/>
            <a:ext cx="67855" cy="116416"/>
          </a:xfrm>
          <a:custGeom xmlns:a="http://schemas.openxmlformats.org/drawingml/2006/main"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1" name="Google Shape;2838;p94">
            <a:extLst xmlns:a="http://schemas.openxmlformats.org/drawingml/2006/main"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4287" y="1811440"/>
            <a:ext cx="182552" cy="185289"/>
          </a:xfrm>
          <a:custGeom xmlns:a="http://schemas.openxmlformats.org/drawingml/2006/main"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2" name="Google Shape;2839;p94">
            <a:extLst xmlns:a="http://schemas.openxmlformats.org/drawingml/2006/main"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23092"/>
            <a:ext cx="99157" cy="23030"/>
          </a:xfrm>
          <a:custGeom xmlns:a="http://schemas.openxmlformats.org/drawingml/2006/main"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3" name="Google Shape;2840;p94">
            <a:extLst xmlns:a="http://schemas.openxmlformats.org/drawingml/2006/main"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9420" y="2067156"/>
            <a:ext cx="55670" cy="21254"/>
          </a:xfrm>
          <a:custGeom xmlns:a="http://schemas.openxmlformats.org/drawingml/2006/main"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4" name="Google Shape;2841;p94">
            <a:extLst xmlns:a="http://schemas.openxmlformats.org/drawingml/2006/main"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67156"/>
            <a:ext cx="62675" cy="21254"/>
          </a:xfrm>
          <a:custGeom xmlns:a="http://schemas.openxmlformats.org/drawingml/2006/main"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5" name="Google Shape;2842;p94">
            <a:extLst xmlns:a="http://schemas.openxmlformats.org/drawingml/2006/main"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3821" y="2067156"/>
            <a:ext cx="41808" cy="21254"/>
          </a:xfrm>
          <a:custGeom xmlns:a="http://schemas.openxmlformats.org/drawingml/2006/main"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6" name="Google Shape;2843;p94">
            <a:extLst xmlns:a="http://schemas.openxmlformats.org/drawingml/2006/main"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109516"/>
            <a:ext cx="187734" cy="22957"/>
          </a:xfrm>
          <a:custGeom xmlns:a="http://schemas.openxmlformats.org/drawingml/2006/main"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4" name="Google Shape;2819;p94">
            <a:extLst xmlns:a="http://schemas.openxmlformats.org/drawingml/2006/main"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0541" y="1913934"/>
            <a:ext cx="38305" cy="28808"/>
          </a:xfrm>
          <a:custGeom xmlns:a="http://schemas.openxmlformats.org/drawingml/2006/main"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5" name="Google Shape;2820;p94">
            <a:extLst xmlns:a="http://schemas.openxmlformats.org/drawingml/2006/main"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23" y="1873128"/>
            <a:ext cx="34876" cy="34287"/>
          </a:xfrm>
          <a:custGeom xmlns:a="http://schemas.openxmlformats.org/drawingml/2006/main"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6" name="Google Shape;2821;p94">
            <a:extLst xmlns:a="http://schemas.openxmlformats.org/drawingml/2006/main"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223" y="1960292"/>
            <a:ext cx="38305" cy="24735"/>
          </a:xfrm>
          <a:custGeom xmlns:a="http://schemas.openxmlformats.org/drawingml/2006/main"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7" name="Google Shape;2822;p94">
            <a:extLst xmlns:a="http://schemas.openxmlformats.org/drawingml/2006/main"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0488" y="1722647"/>
            <a:ext cx="738530" cy="731528"/>
          </a:xfrm>
          <a:custGeom xmlns:a="http://schemas.openxmlformats.org/drawingml/2006/main"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8" name="Google Shape;2823;p94">
            <a:extLst xmlns:a="http://schemas.openxmlformats.org/drawingml/2006/main"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7750" y="1881793"/>
            <a:ext cx="370213" cy="348361"/>
          </a:xfrm>
          <a:custGeom xmlns:a="http://schemas.openxmlformats.org/drawingml/2006/main"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9" name="Google Shape;2824;p94">
            <a:extLst xmlns:a="http://schemas.openxmlformats.org/drawingml/2006/main"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435" y="1838099"/>
            <a:ext cx="102586" cy="55245"/>
          </a:xfrm>
          <a:custGeom xmlns:a="http://schemas.openxmlformats.org/drawingml/2006/main"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0" name="Google Shape;2825;p94">
            <a:extLst xmlns:a="http://schemas.openxmlformats.org/drawingml/2006/main"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9050" y="1891866"/>
            <a:ext cx="55670" cy="34955"/>
          </a:xfrm>
          <a:custGeom xmlns:a="http://schemas.openxmlformats.org/drawingml/2006/main"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1" name="Google Shape;2826;p94">
            <a:extLst xmlns:a="http://schemas.openxmlformats.org/drawingml/2006/main"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35907"/>
            <a:ext cx="76537" cy="21254"/>
          </a:xfrm>
          <a:custGeom xmlns:a="http://schemas.openxmlformats.org/drawingml/2006/main"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2" name="Google Shape;2827;p94">
            <a:extLst xmlns:a="http://schemas.openxmlformats.org/drawingml/2006/main"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74713"/>
            <a:ext cx="177299" cy="23030"/>
          </a:xfrm>
          <a:custGeom xmlns:a="http://schemas.openxmlformats.org/drawingml/2006/main"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8" name="Google Shape;2806;p94">
            <a:extLst xmlns:a="http://schemas.openxmlformats.org/drawingml/2006/main"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24" y="1749715"/>
            <a:ext cx="738604" cy="694944"/>
          </a:xfrm>
          <a:custGeom xmlns:a="http://schemas.openxmlformats.org/drawingml/2006/main"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9" name="Google Shape;2807;p94">
            <a:extLst xmlns:a="http://schemas.openxmlformats.org/drawingml/2006/main"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5126" y="2192350"/>
            <a:ext cx="99083" cy="21254"/>
          </a:xfrm>
          <a:custGeom xmlns:a="http://schemas.openxmlformats.org/drawingml/2006/main"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0" name="Google Shape;2808;p94">
            <a:extLst xmlns:a="http://schemas.openxmlformats.org/drawingml/2006/main"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231154"/>
            <a:ext cx="173796" cy="23030"/>
          </a:xfrm>
          <a:custGeom xmlns:a="http://schemas.openxmlformats.org/drawingml/2006/main"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1" name="Google Shape;2809;p94">
            <a:extLst xmlns:a="http://schemas.openxmlformats.org/drawingml/2006/main"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03160"/>
            <a:ext cx="36555" cy="22957"/>
          </a:xfrm>
          <a:custGeom xmlns:a="http://schemas.openxmlformats.org/drawingml/2006/main"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2" name="Google Shape;2810;p94">
            <a:extLst xmlns:a="http://schemas.openxmlformats.org/drawingml/2006/main"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4259" y="1903160"/>
            <a:ext cx="119950" cy="22957"/>
          </a:xfrm>
          <a:custGeom xmlns:a="http://schemas.openxmlformats.org/drawingml/2006/main"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3" name="Google Shape;2811;p94">
            <a:extLst xmlns:a="http://schemas.openxmlformats.org/drawingml/2006/main"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43669"/>
            <a:ext cx="173796" cy="21254"/>
          </a:xfrm>
          <a:custGeom xmlns:a="http://schemas.openxmlformats.org/drawingml/2006/main"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4" name="Google Shape;2812;p94">
            <a:extLst xmlns:a="http://schemas.openxmlformats.org/drawingml/2006/main"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008912"/>
            <a:ext cx="173796" cy="141225"/>
          </a:xfrm>
          <a:custGeom xmlns:a="http://schemas.openxmlformats.org/drawingml/2006/main"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5" name="Google Shape;2813;p94">
            <a:extLst xmlns:a="http://schemas.openxmlformats.org/drawingml/2006/main"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3790" y="1885460"/>
            <a:ext cx="364959" cy="370429"/>
          </a:xfrm>
          <a:custGeom xmlns:a="http://schemas.openxmlformats.org/drawingml/2006/main"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6" name="Google Shape;2814;p94">
            <a:extLst xmlns:a="http://schemas.openxmlformats.org/drawingml/2006/main"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4225" y="2227156"/>
            <a:ext cx="52240" cy="37620"/>
          </a:xfrm>
          <a:custGeom xmlns:a="http://schemas.openxmlformats.org/drawingml/2006/main"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7" name="Google Shape;2815;p94">
            <a:extLst xmlns:a="http://schemas.openxmlformats.org/drawingml/2006/main"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7138" y="2075044"/>
            <a:ext cx="52169" cy="36287"/>
          </a:xfrm>
          <a:custGeom xmlns:a="http://schemas.openxmlformats.org/drawingml/2006/main"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8" name="Google Shape;2816;p94">
            <a:extLst xmlns:a="http://schemas.openxmlformats.org/drawingml/2006/main"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1762" y="1905752"/>
            <a:ext cx="52240" cy="36287"/>
          </a:xfrm>
          <a:custGeom xmlns:a="http://schemas.openxmlformats.org/drawingml/2006/main"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10" y="1396603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cxnSp>
        <p:nvCxnSpPr>
          <p:cNvPr id="14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C82BFE3D-C94D-431C-9F19-999A06F02DA6}"/>
              </a:ext>
            </a:extLst>
          </p:cNvPr>
          <p:cNvCxnSpPr/>
          <p:nvPr/>
        </p:nvCxnSpPr>
        <p:spPr>
          <a:xfrm xmlns:a="http://schemas.openxmlformats.org/drawingml/2006/main" flipV="1">
            <a:off x="6843165" y="2119165"/>
            <a:ext cx="2489934" cy="1248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04B40927-2EE9-4D65-A483-4080F8E62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37147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49C9982-7A60-486B-8947-CC68550D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ЦЕЛЕВОЙ ЦИКЛ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00BADD8-DFEB-42AE-A91C-B9E083727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4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60FD22B-BDED-477D-92E0-4DFA18D8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Кандидат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904E7E4B-A4F1-46A9-B862-DCD1428B3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Профиль и опрос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Оценка навыков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Публикация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BF7EE72-D36E-41DE-BCE6-4482F9272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44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16AA4EC-DE00-4508-939C-CBF26650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381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Работодатель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DF5A3B1-DC1B-4DD3-96F7-7EEC21CCA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1051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Потребность команды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Фильтры и score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Объяснение совпадения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6F9AD47-D68D-41E3-85E7-74064B774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44780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E316D34B-DFED-48DB-A042-E6F412E80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3812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Договорённость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88A3F149-6D2B-4775-8F5F-6FAEAD5DA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05150"/>
            <a:ext cx="304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Приглашение и условия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Решение кандидата</a:t>
            </a:r>
          </a:p>
          <a:p xmlns:a="http://schemas.openxmlformats.org/drawingml/2006/main">
            <a:pPr algn="l">
              <a:lnSpc>
                <a:spcPct val="112000"/>
              </a:lnSpc>
              <a:buNone/>
              <a:def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Контакт и диалог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5C830124-EDEF-49A8-935E-00E62F501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5391150"/>
            <a:ext cx="8667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68F71818-6C00-40AC-BBE1-F312A75C2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4525" y="5467350"/>
            <a:ext cx="83629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625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Score объясняет соответствие конкретному запросу. Он не является вероятностью найма.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45D7645B-9E88-4564-A59D-E3B36C96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EA1A610B-53CA-4908-9983-7F159B5EC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</p:sld>
</file>

<file path=ppt/slides/slide7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370cd008807492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266006"/>
            <a:ext cx="5354638" cy="6331643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 xmlns:a="http://schemas.openxmlformats.org/drawingml/2006/main"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040" y="496888"/>
            <a:ext cx="4781233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1" y="0"/>
            <a:ext cx="6096000" cy="6857999"/>
          </a:xfrm>
        </p:spPr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95433" y="1143695"/>
            <a:ext cx="4807840" cy="47173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67BCEC-7E73-4E30-8BCA-49282871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6572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BA0CB3-EB1A-4401-A97F-031B829AF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КАНДИДАТ: ОТ ВХОДА К ДОКАЗАТЕЛЬСТВАМ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CED095-8F16-4FCB-8049-1722304ED32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777d549a14437"/>
          <a:stretch xmlns:a="http://schemas.openxmlformats.org/drawingml/2006/main"/>
        </p:blipFill>
        <p:spPr>
          <a:xfrm xmlns:a="http://schemas.openxmlformats.org/drawingml/2006/main">
            <a:off x="776288" y="1381125"/>
            <a:ext cx="4800600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36A560-F19C-4254-A0ED-B54C0977EB7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9edf8fdbd674c91"/>
          <a:stretch xmlns:a="http://schemas.openxmlformats.org/drawingml/2006/main"/>
        </p:blipFill>
        <p:spPr>
          <a:xfrm xmlns:a="http://schemas.openxmlformats.org/drawingml/2006/main">
            <a:off x="6624638" y="1381125"/>
            <a:ext cx="4800600" cy="3333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56948F3-473B-447E-BA65-77ECB3FED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Старт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8DA797-D9A8-4B0E-9774-C40699E64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Демо-кабинет показывает локальный продукт и синтетические данные.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93514D-AA0D-4F56-A6DC-48C71572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Профиль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2799DD9-9F56-4056-BBFB-EE270AB31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Самоописание, оценка, практика и ФСП-сигнал показаны раздельно.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3CA4E9-CCC6-4836-8877-1320853E1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FB051-3677-40C3-9EB7-A222809C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5c790a94234446d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266006"/>
            <a:ext cx="5354638" cy="6331643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 xmlns:a="http://schemas.openxmlformats.org/drawingml/2006/main"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040" y="496888"/>
            <a:ext cx="4781233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1" y="0"/>
            <a:ext cx="6096000" cy="6857999"/>
          </a:xfrm>
        </p:spPr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95433" y="1143695"/>
            <a:ext cx="4807840" cy="47173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D31B0F-2B12-4772-82EF-4D53054E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6191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CB67F1-3B06-4FAB-825C-B2D236DD8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РАБОТОДАТЕЛЬ И СОГЛАСИЕ НА КОНТАКТ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AEBFB0-4B53-4563-8DA9-D55569DAFC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db8d1090f649c4"/>
          <a:stretch xmlns:a="http://schemas.openxmlformats.org/drawingml/2006/main"/>
        </p:blipFill>
        <p:spPr>
          <a:xfrm xmlns:a="http://schemas.openxmlformats.org/drawingml/2006/main">
            <a:off x="776288" y="1381125"/>
            <a:ext cx="4800600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7C06FC-3658-47BE-B329-607451C7EAC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1735e8cb2d436e"/>
          <a:stretch xmlns:a="http://schemas.openxmlformats.org/drawingml/2006/main"/>
        </p:blipFill>
        <p:spPr>
          <a:xfrm xmlns:a="http://schemas.openxmlformats.org/drawingml/2006/main">
            <a:off x="6624638" y="1381125"/>
            <a:ext cx="4800600" cy="3333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7F207E-FDC6-48FD-8E6B-F839C33FC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Объяснимый подбор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1E7C9D7-E56E-4A81-98B8-A270838A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Фильтры, обязательные и желательные навыки, задачи команды и бюджет.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3FAD95-34BF-4D96-B048-066B5E00F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Приватность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D4AC63-35E3-4E5C-B2F2-E11EFE23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Публикация профиля не открывает контакт; решение принимается отдельно.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9674B46-6016-42EE-8701-ADCFC4A6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CD64C5-DCDB-448C-8B5D-F980E7D18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5fc4e413af7473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D181C43B-81A7-CE1F-8FD8-594088534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266006"/>
            <a:ext cx="5354638" cy="6331643"/>
          </a:xfrm>
          <a:prstGeom xmlns:a="http://schemas.openxmlformats.org/drawingml/2006/main" prst="roundRect">
            <a:avLst>
              <a:gd name="adj" fmla="val 6926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12700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" name="Номер слайда 1">
            <a:extLst xmlns:a="http://schemas.openxmlformats.org/drawingml/2006/main">
              <a:ext uri="{FF2B5EF4-FFF2-40B4-BE49-F238E27FC236}">
                <a16:creationId xmlns:a16="http://schemas.microsoft.com/office/drawing/2014/main" id="{E1A398F8-7100-0AC0-7CC3-53622EA3457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F8E8540A-FBD5-3747-09FA-CD79C4EC2F8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2040" y="496888"/>
            <a:ext cx="4781233" cy="4159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2000">
              <a:solidFill>
                <a:schemeClr val="accent5"/>
              </a:solidFill>
            </a:endParaRPr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97D71A7D-1E9E-F7B1-53EA-139E488DA22F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6096001" y="0"/>
            <a:ext cx="6096000" cy="6857999"/>
          </a:xfrm>
        </p:spPr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953FFDF6-D432-8336-B879-D98A3341FCD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95433" y="1143695"/>
            <a:ext cx="4807840" cy="47173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F21810-D213-4F63-AB18-79A0B407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7625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4C80A4-3819-4220-913C-16FDE8B7C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КОНСТРУКТОР И ПРАКТИКА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5832E5-6BEE-4BB4-B394-5F02D98762C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b5da9fe7924455"/>
          <a:stretch xmlns:a="http://schemas.openxmlformats.org/drawingml/2006/main"/>
        </p:blipFill>
        <p:spPr>
          <a:xfrm xmlns:a="http://schemas.openxmlformats.org/drawingml/2006/main">
            <a:off x="776288" y="1381125"/>
            <a:ext cx="4800600" cy="3333750"/>
          </a:xfrm>
          <a:prstGeom xmlns:a="http://schemas.openxmlformats.org/drawingml/2006/main" prst="rect">
            <a:avLst/>
          </a:prstGeom>
        </p:spPr>
      </p:pic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13DD5D1-11E8-4A82-A9B8-9CB4E672AC4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f9724dfee04838"/>
          <a:stretch xmlns:a="http://schemas.openxmlformats.org/drawingml/2006/main"/>
        </p:blipFill>
        <p:spPr>
          <a:xfrm xmlns:a="http://schemas.openxmlformats.org/drawingml/2006/main">
            <a:off x="6624638" y="1381125"/>
            <a:ext cx="4800600" cy="333375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27EB80-BF28-44F9-BFD2-512542147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53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Банк заданий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FBD7BCA-C0C9-442A-9D48-F09C06D1C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816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Автор создаёт, импортирует, проверяет и публикует наборы.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E68358-6A42-46A0-BDB3-96102D92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953000"/>
            <a:ext cx="4857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Одноразовая VM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4F33C46-A419-4D17-A6DA-83C57428D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381625"/>
            <a:ext cx="4857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Python, JavaScript и SQLite; практика не меняет подтверждённый грейд.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4C35B3-0731-4B1F-8B53-16F2FF267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1D0EBC-A6E9-44FD-B66A-A5A42A843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201716719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cd92640fd22b4309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8587F3BD-E802-93BD-3D32-FDF202FE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477" y="1522006"/>
            <a:ext cx="3399397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Скругленный прямоугольник 8">
            <a:extLst xmlns:a="http://schemas.openxmlformats.org/drawingml/2006/main">
              <a:ext uri="{FF2B5EF4-FFF2-40B4-BE49-F238E27FC236}">
                <a16:creationId xmlns:a16="http://schemas.microsoft.com/office/drawing/2014/main" id="{B6016C66-2F45-3093-7675-966377141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595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A68CA47-326C-A498-C456-623193EF0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522006"/>
            <a:ext cx="3248506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E769D24B-D4D8-3322-BCAB-77138E02704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accent5"/>
                </a:solidFill>
              </a:rPr>
              <a:t/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5DF4935E-10E9-5CA8-85EF-08A77383EBE6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780565" y="2493074"/>
            <a:ext cx="2965634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63156EE-B99A-3E1C-1DFF-C779A3E1B5D8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780565" y="3128740"/>
            <a:ext cx="296563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5C5649E-E208-17C2-F091-5482CC2FD51B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4623178" y="2493074"/>
            <a:ext cx="303489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B6AED36-1714-5896-5E97-ECA75EAA24C5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4623178" y="3128740"/>
            <a:ext cx="303489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AB578740-7F02-5606-0701-43CBE42E6173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8547959" y="2493074"/>
            <a:ext cx="2945464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1800"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3143A847-7B5C-EA94-880E-65D8582653EB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8547959" y="3128740"/>
            <a:ext cx="2945464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3842A3B-9EE0-965C-0EFA-22F6D78D2F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6" y="335426"/>
            <a:ext cx="11331221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DAEBED94-4F5F-339A-0CCE-082BCC33E925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780565" y="1772415"/>
            <a:ext cx="1311031" cy="60114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01B288C6-447F-2720-CB9D-6F216BD0C554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4615219" y="1766200"/>
            <a:ext cx="1311031" cy="57294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78DB70E8-1110-C23C-1E37-53138E3F8F02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8547959" y="1766043"/>
            <a:ext cx="1311031" cy="57316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4400" b="1">
              <a:solidFill>
                <a:schemeClr val="accent5"/>
              </a:solidFill>
            </a:endParaRP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687D3EB-D970-44CC-85CF-B9B465FCE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81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1448EDB-D0F1-4DC7-BBB8-D13E49C2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ОЦЕНКА НАВЫКОВ И УСТОЙЧИВОСТЬ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9E9135-9BA1-4D6A-87FD-16131D741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Публичная форма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D6CB8C-5B64-4BFD-8A47-8604F88D7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193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Только id, skill, title и options. Family, параметры, ответы и explanation остаются на сервере.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9A958B-046F-4CAB-AEF8-977D9059A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7907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Integrity-сигналы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C5B6F-AA3F-4F23-8F33-3DC0D202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193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Сервер считает время и ждёт сохранения. Сигналы — эвристика, а не прокторинг.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EDDBBA-0B49-4297-A02C-0BF68EA7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90700"/>
            <a:ext cx="3048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Повторная форма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F4F5606-9ADF-4A12-BDF6-2AE504215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19375"/>
            <a:ext cx="2857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Полоса ±6 запускает вторую форму. После второго held следующий recheck закрыт на 14 суток.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5582635-893F-4430-AAE5-75A348CF3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34000"/>
            <a:ext cx="10191750" cy="5715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4B41784-B9E0-4184-9FB1-1D8E550B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5410200"/>
            <a:ext cx="988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scenarios-v6: 32 000 переносов ответа → 4 raw pass → 0 подтверждений; 18 вторых форм → 0 подтверждений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AE44C9-5E7B-429A-94CC-815AF53E4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02E406A-59AF-43F5-841B-B3389C22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12216425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57f2d34da9d4c6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E0C4469B-8AAE-7B13-015A-FD424E4F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294820D9-0FE7-A2CD-6EC6-B191A0CD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1366423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7AE51F4F-C2FB-09FC-6139-35E790E3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2377094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34B52819-C376-FDAF-2B5B-09C492119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3387765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6CDADF58-3FDE-0896-F558-2E50261FF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4398436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CD942BE0-7170-CE73-83AB-4505964EB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1744" y="5409107"/>
            <a:ext cx="5905293" cy="791668"/>
          </a:xfrm>
          <a:prstGeom xmlns:a="http://schemas.openxmlformats.org/drawingml/2006/main" prst="roundRect">
            <a:avLst>
              <a:gd name="adj" fmla="val 1633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5" name="Скругленный прямоугольник 14">
            <a:extLst xmlns:a="http://schemas.openxmlformats.org/drawingml/2006/main">
              <a:ext uri="{FF2B5EF4-FFF2-40B4-BE49-F238E27FC236}">
                <a16:creationId xmlns:a16="http://schemas.microsoft.com/office/drawing/2014/main" id="{BF0860DA-9B9B-19E2-49DF-A8EDAA7C2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366423"/>
            <a:ext cx="5389562" cy="4834352"/>
          </a:xfrm>
          <a:prstGeom xmlns:a="http://schemas.openxmlformats.org/drawingml/2006/main" prst="roundRect">
            <a:avLst>
              <a:gd name="adj" fmla="val 2919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C3F7DC2-0D9C-407C-98AC-5F3AD231C5C8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23887" y="1732103"/>
            <a:ext cx="4734175" cy="41393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/>
            </a:r>
            <a:endParaRPr sz="3600" b="1"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8A2E8600-6DC7-42A4-BAB0-32ECA492CE0A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172730" y="1445505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F517FCEF-DEC9-4794-B46E-21961558A7C8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172730" y="247287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36B8339-2490-447D-B543-1CC15487D82C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172730" y="3485922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240FC05B-8F07-40FA-BE0D-2235F9DDDAB2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172730" y="4496593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049C016-4655-4C58-B392-FD255E0A768B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172730" y="5516924"/>
            <a:ext cx="5460470" cy="60011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Номер слайда 9">
            <a:extLst xmlns:a="http://schemas.openxmlformats.org/drawingml/2006/main">
              <a:ext uri="{FF2B5EF4-FFF2-40B4-BE49-F238E27FC236}">
                <a16:creationId xmlns:a16="http://schemas.microsoft.com/office/drawing/2014/main" id="{366E9534-A66A-4DF6-B8DA-1E6D8E4438FA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633200" y="6356350"/>
            <a:ext cx="5588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accent5"/>
                </a:solidFill>
              </a:rPr>
              <a:t/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B16985B0-3ABD-CE1B-A2A5-B042F5A019B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FAC6C9-839C-41A1-9219-90D951B73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953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0B17B4A-F309-40F9-97F5-DBEC28722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572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ФСП-СИГНАЛ, ВХОД И ПРИВАТНОСТЬ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93B73F-C9E1-4007-B3E9-C0B1611E1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1190625"/>
            <a:ext cx="11582400" cy="509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0A48096-6087-4D16-AC42-9ECE87D31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52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Связь с ФСП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091AA63-AE7A-4F7E-BE52-4A5A03ED1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13525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Локальный mock OIDC code + PKCE с четырьмя состояниями. Реального API достижений и регистрации собственного client пока нет.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E9E9BB-0E9F-425F-84B2-AD824EE86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669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Вход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D217AD-EA8A-4BD8-B350-4780AB592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2669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Email и пароль; Google/Apple identity auth не реализованы. В демонстрации используются только адреса example.invalid.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C2E309-5182-4586-8765-1079B96F8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1813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Почта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8B3B168-7E1E-47B8-91A7-0490F5CD8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31813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Полный локальный контур: регистрация с подтверждением через mock-почту. Для HTTPS-показа жюри подготовлены тестовые аккаунты; регистрация отключена.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E129548-FBB1-4B34-9F0A-205A8F277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Контакты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66DA45-C914-49F2-888E-9FC04625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0957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Работодатель получает контакт после принятия приглашения или самостоятельного отклика кандидата.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20AC0F4-A960-4A9D-B0C0-5690DE5C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0101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Статус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C2C64B0-CB7B-4E45-A1F4-427EF0D0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5010150"/>
            <a:ext cx="83820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https://fsptest.kolesnikovny.ru — HTTPS-показ жюри с отдельным доступом. NAS и российский VPS; только синтетические данные.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7931A9-3296-4C28-B695-4B89B01A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4A1EA76-9A45-416A-9958-F8FB7CA1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069895185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f936eed0372a44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8EE648F1-70BD-354A-6DAE-07E6E3044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8425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5" name="Скругленный прямоугольник 24">
            <a:extLst xmlns:a="http://schemas.openxmlformats.org/drawingml/2006/main">
              <a:ext uri="{FF2B5EF4-FFF2-40B4-BE49-F238E27FC236}">
                <a16:creationId xmlns:a16="http://schemas.microsoft.com/office/drawing/2014/main" id="{9B320FD4-0F75-8FB9-F799-AFA2CA575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3123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672801" cy="4678769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0B115FEC-D79C-233C-419E-0B0BE3EB4A02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520913" y="2339783"/>
            <a:ext cx="2284071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20913" y="3128740"/>
            <a:ext cx="2284071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D2670742-0112-ABA9-7C47-FE6D64A30A91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3457903" y="2373557"/>
            <a:ext cx="233741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A5C658C-1FD4-CD12-D517-15F6F46CFE3C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3457903" y="3134070"/>
            <a:ext cx="2337416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4FAFE374-953E-0336-76DE-D143BB9C6451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6456363" y="2379657"/>
            <a:ext cx="2268537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456363" y="3136604"/>
            <a:ext cx="2268537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68E32729-5FCC-21EA-16FD-CEF0C8FAABAA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9407534" y="2339783"/>
            <a:ext cx="226355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6A6BF68-6470-CE0D-3E5F-0B15EDDCA14B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9407534" y="3128739"/>
            <a:ext cx="2263553" cy="27979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772416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DE8FDF14-E7C8-6EE3-EBD8-B5DDE4F7F60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3449944" y="1766200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456363" y="1766043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59F6129C-95BA-0836-7395-00F4830237D5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9407534" y="1772416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0B1C45-955B-4088-B31F-91993AF7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810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7F8F8BD-1893-4D9B-B70C-514F8012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429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ИИ КАК ПОМОЩНИК АВТОРА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368B73-091D-4137-B6FA-241B0ACB4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28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Черновик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9132EFB-EC4D-40BF-84FD-F74FAD353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19375"/>
            <a:ext cx="2076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Qwen3-4B предлагает private draft. Публикация остаётся отдельным действием.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6F9CCE-92AE-42B7-81FC-1AF976459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828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Сборка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C1370A-5A14-40FE-A313-EB76F64BA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619375"/>
            <a:ext cx="2076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Модель возвращает solution; сервер собирает варианты и ключ по единым правилам.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68CE276-6C7B-46C8-B7EE-011187436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28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Guard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BAB4DBE-BA75-4E98-90A3-5DFF6EC8C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619375"/>
            <a:ext cx="2076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Unicode-уникальность; multiple — 2..N−1 верных; rubric — 0 / partial / 100.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0BB37A-00BA-4A7E-861F-8F2424151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288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Человек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641796-30DF-445E-B32B-2399A7625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619375"/>
            <a:ext cx="20764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lnSpc>
                <a:spcPct val="108000"/>
              </a:lnSpc>
              <a:buNone/>
              <a:def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Неоднозначный draft можно сохранить, но нельзя publish без исправления и решения автора.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E122EDB-7CD9-44EC-A0D6-75154C8AD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286375"/>
            <a:ext cx="97155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D4BB19-F59B-4056-9E25-E9E76BF3A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5362575"/>
            <a:ext cx="9410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Живой кейс: модель предложила 65/100; автор зафиксировал 100. Профиль и грейд не изменились.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9CB262-F723-4BF6-A790-B097906D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07E2223-227F-4546-9ABA-D37B54390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39114224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d8900d4c217488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accent5"/>
                </a:solidFill>
              </a:rPr>
              <a:t/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4E17A-E99F-4B03-8284-68503FFD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572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520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FBD2E2-69AE-42DA-833D-FB9D3C36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191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АРХИТЕКТУРА И РАЗВЁРТЫВАНИЕ</a:t>
            </a:r>
          </a:p>
        </p:txBody>
      </p:sp>
      <p:pic>
        <p:nvPic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EA978B0-17A8-473B-8222-16EE75E8163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88f1bf685641d1">
            <a:extLst>
              <a:ext uri="{96DAC541-7B7A-43D3-8B79-37D633B846F1}">
                <asvg:svgBlip xmlns:asvg="http://schemas.microsoft.com/office/drawing/2016/SVG/main" r:embed="Rc1d536c461f64385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495300" y="1447800"/>
            <a:ext cx="5619750" cy="3905250"/>
          </a:xfrm>
          <a:prstGeom xmlns:a="http://schemas.openxmlformats.org/drawingml/2006/main" prst="rect">
            <a:avLst/>
          </a:prstGeom>
        </p:spPr>
      </p:pic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C761F09-EEFA-493F-874E-922E208F7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447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Основной стенд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C197C5-1D27-48A1-B690-900D8D0DB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2209800"/>
            <a:ext cx="4476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Docker Compose; FastAPI, React и PostgreSQL 16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API и база опубликованы только на loopback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VM runner изолирован от основного API и файлов NAS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Qwen3-4B на Windows GPU подключается через Unix socket и ключ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локальная модель опциональна для основного продукта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C425368-4B76-4388-A2A3-D0EDD88CA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5314950"/>
            <a:ext cx="46672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D091A3-EA08-46C3-AD40-8349D59E2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91150"/>
            <a:ext cx="4362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HTTPS-показ жюри: NAS → SSH → российский VPS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354608-AC79-4129-BA9C-93EF3C2C8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7B9B2CA-6E8D-40A4-8589-61D3B5FFB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d92d3cda89e4f3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Скругленный прямоугольник 11">
            <a:extLst xmlns:a="http://schemas.openxmlformats.org/drawingml/2006/main">
              <a:ext uri="{FF2B5EF4-FFF2-40B4-BE49-F238E27FC236}">
                <a16:creationId xmlns:a16="http://schemas.microsoft.com/office/drawing/2014/main" id="{E0D9EF9A-DA2D-60AC-63A9-ACD55123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5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Номер слайда 12">
            <a:extLst xmlns:a="http://schemas.openxmlformats.org/drawingml/2006/main">
              <a:ext uri="{FF2B5EF4-FFF2-40B4-BE49-F238E27FC236}">
                <a16:creationId xmlns:a16="http://schemas.microsoft.com/office/drawing/2014/main" id="{346B550E-0CFF-4A79-B1FE-2EC1424EF8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25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89C5FEE7-8855-4287-AE2D-52539F4D5F31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8BB2C021-BD44-4085-92C0-42B29CA7DD4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1726F0F5-5C67-466D-943E-F4703B2F2700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>
              <a:solidFill>
                <a:schemeClr val="accent5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66D4997F-BA2F-417E-957D-7B6FF608CC45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B04BBFFE-3199-451F-A356-405FEE6461C5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458075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>
              <a:solidFill>
                <a:schemeClr val="accent5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6B529974-604C-48E2-AD6F-070B19225F48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814077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9C425FA5-5D8B-4070-9FEA-743FFC23DC9C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>
              <a:solidFill>
                <a:schemeClr val="accent5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E4BE6CF-D653-4C71-B520-8F640E846D62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FE93D78-FBF8-4CFA-B0D4-B21070DBC331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825338"/>
            <a:ext cx="2526079" cy="1476687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0">
              <a:solidFill>
                <a:schemeClr val="accent5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931BD573-963A-40B6-8E80-802A897ACB26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5181340"/>
            <a:ext cx="2526079" cy="112068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34" name="Прямая соединительная линия 33">
            <a:extLst xmlns:a="http://schemas.openxmlformats.org/drawingml/2006/main">
              <a:ext uri="{FF2B5EF4-FFF2-40B4-BE49-F238E27FC236}">
                <a16:creationId xmlns:a16="http://schemas.microsoft.com/office/drawing/2014/main" id="{718E713E-F0F9-43B9-8E19-2ACDF8CFB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5940" y="3860224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Прямая соединительная линия 34">
            <a:extLst xmlns:a="http://schemas.openxmlformats.org/drawingml/2006/main">
              <a:ext uri="{FF2B5EF4-FFF2-40B4-BE49-F238E27FC236}">
                <a16:creationId xmlns:a16="http://schemas.microsoft.com/office/drawing/2014/main" id="{3D9290FC-8E12-473A-BF42-1B8B99AA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2137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Прямая соединительная линия 35">
            <a:extLst xmlns:a="http://schemas.openxmlformats.org/drawingml/2006/main">
              <a:ext uri="{FF2B5EF4-FFF2-40B4-BE49-F238E27FC236}">
                <a16:creationId xmlns:a16="http://schemas.microsoft.com/office/drawing/2014/main" id="{E08A9B29-5C42-4B4F-9CEC-1820C6053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334" y="3862139"/>
            <a:ext cx="1332546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Прямая соединительная линия 36">
            <a:extLst xmlns:a="http://schemas.openxmlformats.org/drawingml/2006/main">
              <a:ext uri="{FF2B5EF4-FFF2-40B4-BE49-F238E27FC236}">
                <a16:creationId xmlns:a16="http://schemas.microsoft.com/office/drawing/2014/main" id="{5E90E146-7D96-4390-8BE0-9CE618CF3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0467" y="3862139"/>
            <a:ext cx="1332545" cy="0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Прямая соединительная линия 37">
            <a:extLst xmlns:a="http://schemas.openxmlformats.org/drawingml/2006/main">
              <a:ext uri="{FF2B5EF4-FFF2-40B4-BE49-F238E27FC236}">
                <a16:creationId xmlns:a16="http://schemas.microsoft.com/office/drawing/2014/main" id="{5EB67853-009F-4753-A3F4-1B6CA3293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114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9" name="Прямая соединительная линия 38">
            <a:extLst xmlns:a="http://schemas.openxmlformats.org/drawingml/2006/main">
              <a:ext uri="{FF2B5EF4-FFF2-40B4-BE49-F238E27FC236}">
                <a16:creationId xmlns:a16="http://schemas.microsoft.com/office/drawing/2014/main" id="{5B7F4404-6FB6-47B6-B5BF-2D0A1101F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5312" y="4216228"/>
            <a:ext cx="1245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0" name="Прямая соединительная линия 39">
            <a:extLst xmlns:a="http://schemas.openxmlformats.org/drawingml/2006/main">
              <a:ext uri="{FF2B5EF4-FFF2-40B4-BE49-F238E27FC236}">
                <a16:creationId xmlns:a16="http://schemas.microsoft.com/office/drawing/2014/main" id="{7BC26E5E-7232-4CFC-954B-2EA2AB59A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34762"/>
            <a:ext cx="5509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Прямая соединительная линия 40">
            <a:extLst xmlns:a="http://schemas.openxmlformats.org/drawingml/2006/main">
              <a:ext uri="{FF2B5EF4-FFF2-40B4-BE49-F238E27FC236}">
                <a16:creationId xmlns:a16="http://schemas.microsoft.com/office/drawing/2014/main" id="{064881F7-B20E-4250-BF04-33FB71FFE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8343442" y="4216228"/>
            <a:ext cx="4264" cy="575062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Прямая соединительная линия 41">
            <a:extLst xmlns:a="http://schemas.openxmlformats.org/drawingml/2006/main">
              <a:ext uri="{FF2B5EF4-FFF2-40B4-BE49-F238E27FC236}">
                <a16:creationId xmlns:a16="http://schemas.microsoft.com/office/drawing/2014/main" id="{0A73D433-0F1A-4D49-96B8-E765B69C3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93901" y="2934762"/>
            <a:ext cx="1" cy="573287"/>
          </a:xfrm>
          <a:prstGeom xmlns:a="http://schemas.openxmlformats.org/drawingml/2006/main" prst="line">
            <a:avLst/>
          </a:prstGeom>
          <a:ln xmlns:a="http://schemas.openxmlformats.org/drawingml/2006/main" w="12700"/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Скругленный прямоугольник 42">
            <a:extLst xmlns:a="http://schemas.openxmlformats.org/drawingml/2006/main">
              <a:ext uri="{FF2B5EF4-FFF2-40B4-BE49-F238E27FC236}">
                <a16:creationId xmlns:a16="http://schemas.microsoft.com/office/drawing/2014/main" id="{4E8CC8D8-3B02-4108-71E4-BDF385E41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126" y="3508049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1</a:t>
            </a:r>
          </a:p>
        </p:txBody>
      </p:sp>
      <p:sp>
        <p:nvSpPr>
          <p:cNvPr id="44" name="Скругленный прямоугольник 43">
            <a:extLst xmlns:a="http://schemas.openxmlformats.org/drawingml/2006/main">
              <a:ext uri="{FF2B5EF4-FFF2-40B4-BE49-F238E27FC236}">
                <a16:creationId xmlns:a16="http://schemas.microsoft.com/office/drawing/2014/main" id="{219852BA-89EA-AEC0-D3BB-81E4FBB78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2397" y="350613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2</a:t>
            </a:r>
          </a:p>
        </p:txBody>
      </p:sp>
      <p:sp>
        <p:nvSpPr>
          <p:cNvPr id="45" name="Скругленный прямоугольник 44">
            <a:extLst xmlns:a="http://schemas.openxmlformats.org/drawingml/2006/main">
              <a:ext uri="{FF2B5EF4-FFF2-40B4-BE49-F238E27FC236}">
                <a16:creationId xmlns:a16="http://schemas.microsoft.com/office/drawing/2014/main" id="{BEB80488-DBD5-60E2-7B94-2C03FD2F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8594" y="351625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3</a:t>
            </a:r>
          </a:p>
        </p:txBody>
      </p:sp>
      <p:sp>
        <p:nvSpPr>
          <p:cNvPr id="53" name="Скругленный прямоугольник 52">
            <a:extLst xmlns:a="http://schemas.openxmlformats.org/drawingml/2006/main">
              <a:ext uri="{FF2B5EF4-FFF2-40B4-BE49-F238E27FC236}">
                <a16:creationId xmlns:a16="http://schemas.microsoft.com/office/drawing/2014/main" id="{41C3924C-4DE8-D413-3F15-F71BBA42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9752" y="3506135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4</a:t>
            </a:r>
          </a:p>
        </p:txBody>
      </p:sp>
      <p:sp>
        <p:nvSpPr>
          <p:cNvPr id="54" name="Скругленный прямоугольник 53">
            <a:extLst xmlns:a="http://schemas.openxmlformats.org/drawingml/2006/main">
              <a:ext uri="{FF2B5EF4-FFF2-40B4-BE49-F238E27FC236}">
                <a16:creationId xmlns:a16="http://schemas.microsoft.com/office/drawing/2014/main" id="{5040D480-3D0A-377D-EDA1-4B45E5CE4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3012" y="3538626"/>
            <a:ext cx="874814" cy="708179"/>
          </a:xfrm>
          <a:prstGeom xmlns:a="http://schemas.openxmlformats.org/drawingml/2006/main" prst="roundRect">
            <a:avLst/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2400" b="1"/>
              <a:t>5</a:t>
            </a:r>
          </a:p>
        </p:txBody>
      </p:sp>
      <p:sp>
        <p:nvSpPr>
          <p:cNvPr id="15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5CF155-14B8-5628-119D-7449CFD5B0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Скругленный прямоугольник 13">
            <a:extLst xmlns:a="http://schemas.openxmlformats.org/drawingml/2006/main">
              <a:ext uri="{FF2B5EF4-FFF2-40B4-BE49-F238E27FC236}">
                <a16:creationId xmlns:a16="http://schemas.microsoft.com/office/drawing/2014/main" id="{BD4BFEA8-37B5-92D1-855E-4FF06BA5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6" name="Скругленный прямоугольник 15">
            <a:extLst xmlns:a="http://schemas.openxmlformats.org/drawingml/2006/main">
              <a:ext uri="{FF2B5EF4-FFF2-40B4-BE49-F238E27FC236}">
                <a16:creationId xmlns:a16="http://schemas.microsoft.com/office/drawing/2014/main" id="{21820900-0645-FD25-E909-18D394EF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1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996865AC-684A-E392-11F5-A3160D858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1880" y="1370651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1557C0D9-E1EE-FF6F-28CC-F2CF230BF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1878" y="4825338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19" name="Скругленный прямоугольник 18">
            <a:extLst xmlns:a="http://schemas.openxmlformats.org/drawingml/2006/main">
              <a:ext uri="{FF2B5EF4-FFF2-40B4-BE49-F238E27FC236}">
                <a16:creationId xmlns:a16="http://schemas.microsoft.com/office/drawing/2014/main" id="{BC511278-171F-4030-656D-F6DA5B626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8708" y="4791290"/>
            <a:ext cx="2836197" cy="1581312"/>
          </a:xfrm>
          <a:prstGeom xmlns:a="http://schemas.openxmlformats.org/drawingml/2006/main" prst="roundRect">
            <a:avLst>
              <a:gd name="adj" fmla="val 10884"/>
            </a:avLst>
          </a:prstGeom>
          <a:noFill xmlns:a="http://schemas.openxmlformats.org/drawingml/2006/main"/>
          <a:ln xmlns:a="http://schemas.openxmlformats.org/drawingml/2006/main" w="12700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2400" b="1"/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66B26989-A054-4361-B7E8-3AB1934E7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6715125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F4464D-FD70-4F01-A183-3602FD365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63341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ПРИЁМКА БАЗОВОГО ВЫПУСКА · 11.10.2026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7160118-E2E5-4A8A-89EA-953C6AE0B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2190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410 + 2 skip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0716267-B9C0-488C-B600-6BFAB834C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7813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SQLite · 6 подтестов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C20E351-5251-49C7-8ED5-26B6DF1B6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190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411 + 1 skip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CAE1A428-8C83-45AF-9049-D7B8AA22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7813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PostgreSQL 16 · 6 подтестов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32804A-0370-4401-8191-23886243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90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132 / 132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CEA18BE-1181-40D2-B3D2-32B765FEE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27813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Chromium · Firefox · WebKit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254FA1-443E-4D84-AFE9-C77544F42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2190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28 / 28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326DB53-7136-4DB4-9101-E0D75181D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8075" y="27813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VM runner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32F8F52C-A7DA-44AD-9D03-326968990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3 + 3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9E29C17-D104-4013-B0A0-91E426B9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81300"/>
            <a:ext cx="1981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125" b="1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эталоны + типовые ошибки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ACD5646-D800-4871-9218-27CF3D2FA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905375"/>
            <a:ext cx="10191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C3355D7-C25E-4C1C-92D6-E94CEBF4F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4981575"/>
            <a:ext cx="98869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Все команды завершились exit 0. Данные синтетические; это не пилот с людьми, не сертификация качества найма и не внешний security review.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87D7613-F0F4-44C8-AFEF-CA1FA96D6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857875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125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125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pPr>
            <a:r>
              <a:rPr sz="1125" b="0" i="0">
                <a:solidFill>
                  <a:srgbClr val="5D5663"/>
                </a:solidFill>
                <a:latin typeface="Montserrat"/>
                <a:ea typeface="Montserrat"/>
                <a:cs typeface="Montserrat"/>
              </a:rPr>
              <a:t>Полные протоколы и версии кода сохранены в docs/release/2026-10-11-completion/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AE1068F-82E6-4C29-9EAB-FE4233DF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3B36EA2-6B44-4E28-8209-3579F4594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94599202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21bf85b57c14e2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Скругленный прямоугольник 7">
            <a:extLst xmlns:a="http://schemas.openxmlformats.org/drawingml/2006/main">
              <a:ext uri="{FF2B5EF4-FFF2-40B4-BE49-F238E27FC236}">
                <a16:creationId xmlns:a16="http://schemas.microsoft.com/office/drawing/2014/main" id="{1DEBD50A-B557-2D80-C143-F7BE92E03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141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557A70F9-C0E6-46AE-6A65-5343A45A5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7137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11" name="Скругленный прямоугольник 10">
            <a:extLst xmlns:a="http://schemas.openxmlformats.org/drawingml/2006/main">
              <a:ext uri="{FF2B5EF4-FFF2-40B4-BE49-F238E27FC236}">
                <a16:creationId xmlns:a16="http://schemas.microsoft.com/office/drawing/2014/main" id="{81CF4124-313D-FA73-2EF6-2D9FE2D7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133" y="3008209"/>
            <a:ext cx="3728347" cy="3656826"/>
          </a:xfrm>
          <a:prstGeom xmlns:a="http://schemas.openxmlformats.org/drawingml/2006/main" prst="roundRect">
            <a:avLst>
              <a:gd name="adj" fmla="val 515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ap="flat" cmpd="sng">
            <a:noFill/>
            <a:prstDash val="solid"/>
            <a:round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tx1"/>
              </a:solidFill>
            </a:endParaRPr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836BC072-4CEB-1CD2-52FE-02A60945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10651A50-CFFD-C440-F1DF-F703C14C9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0262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7" name="Скругленный прямоугольник 6">
            <a:extLst xmlns:a="http://schemas.openxmlformats.org/drawingml/2006/main">
              <a:ext uri="{FF2B5EF4-FFF2-40B4-BE49-F238E27FC236}">
                <a16:creationId xmlns:a16="http://schemas.microsoft.com/office/drawing/2014/main" id="{2E5EC51C-6A42-A386-6730-F35F8E0CF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1018" y="1366572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0C532ED-B059-4872-93FE-25291054D3D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accent5"/>
                </a:solidFill>
              </a:rPr>
              <a:t/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908DB357-2788-42D4-93E8-1AB12DB2EE48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16304" y="328681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36869BDE-34CE-47D5-B162-82211244B70A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4569890" y="3264544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BF91A14-DF82-4BD9-95C1-96973CFF3F64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8405081" y="3277471"/>
            <a:ext cx="3264113" cy="2375115"/>
          </a:xfrm>
          <a:prstGeom xmlns:a="http://schemas.openxmlformats.org/drawingml/2006/main" prst="roundRect">
            <a:avLst>
              <a:gd name="adj" fmla="val 0"/>
            </a:avLst>
          </a:prstGeom>
          <a:noFill xmlns:a="http://schemas.openxmlformats.org/drawingml/2006/main"/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cxnSp>
        <p:nvCxnSpPr>
          <p:cNvPr id="58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AD61D5C9-2EBC-4F1E-BD45-C7299ACC85AA}"/>
              </a:ext>
            </a:extLst>
          </p:cNvPr>
          <p:cNvCxnSpPr/>
          <p:nvPr/>
        </p:nvCxnSpPr>
        <p:spPr>
          <a:xfrm xmlns:a="http://schemas.openxmlformats.org/drawingml/2006/main" flipV="1">
            <a:off x="3041995" y="2120995"/>
            <a:ext cx="2288595" cy="1147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63" name="Google Shape;2830;p94">
            <a:extLst xmlns:a="http://schemas.openxmlformats.org/drawingml/2006/main">
              <a:ext uri="{FF2B5EF4-FFF2-40B4-BE49-F238E27FC236}">
                <a16:creationId xmlns:a16="http://schemas.microsoft.com/office/drawing/2014/main" id="{F538E3A9-5C7B-406B-80D1-B9EEBFF3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899087" y="1753233"/>
            <a:ext cx="738530" cy="687909"/>
          </a:xfrm>
          <a:custGeom xmlns:a="http://schemas.openxmlformats.org/drawingml/2006/main">
            <a:rect l="l" t="t" r="r" b="b"/>
            <a:pathLst>
              <a:path w="10122" h="9289">
                <a:moveTo>
                  <a:pt x="9574" y="310"/>
                </a:moveTo>
                <a:cubicBezTo>
                  <a:pt x="9717" y="310"/>
                  <a:pt x="9812" y="406"/>
                  <a:pt x="9812" y="549"/>
                </a:cubicBezTo>
                <a:lnTo>
                  <a:pt x="9812" y="5669"/>
                </a:lnTo>
                <a:lnTo>
                  <a:pt x="8622" y="5669"/>
                </a:lnTo>
                <a:cubicBezTo>
                  <a:pt x="8550" y="5669"/>
                  <a:pt x="8479" y="5740"/>
                  <a:pt x="8479" y="5812"/>
                </a:cubicBezTo>
                <a:cubicBezTo>
                  <a:pt x="8479" y="5907"/>
                  <a:pt x="8550" y="5978"/>
                  <a:pt x="8622" y="5978"/>
                </a:cubicBezTo>
                <a:lnTo>
                  <a:pt x="9812" y="5978"/>
                </a:lnTo>
                <a:lnTo>
                  <a:pt x="9812" y="6455"/>
                </a:lnTo>
                <a:cubicBezTo>
                  <a:pt x="9812" y="6597"/>
                  <a:pt x="9717" y="6717"/>
                  <a:pt x="9574" y="6717"/>
                </a:cubicBezTo>
                <a:lnTo>
                  <a:pt x="549" y="6717"/>
                </a:lnTo>
                <a:cubicBezTo>
                  <a:pt x="406" y="6717"/>
                  <a:pt x="287" y="6597"/>
                  <a:pt x="287" y="6455"/>
                </a:cubicBezTo>
                <a:lnTo>
                  <a:pt x="287" y="5978"/>
                </a:lnTo>
                <a:lnTo>
                  <a:pt x="7979" y="5978"/>
                </a:lnTo>
                <a:cubicBezTo>
                  <a:pt x="8050" y="5978"/>
                  <a:pt x="8122" y="5907"/>
                  <a:pt x="8122" y="5812"/>
                </a:cubicBezTo>
                <a:cubicBezTo>
                  <a:pt x="8122" y="5740"/>
                  <a:pt x="8050" y="5669"/>
                  <a:pt x="7979" y="5669"/>
                </a:cubicBezTo>
                <a:lnTo>
                  <a:pt x="6216" y="5669"/>
                </a:lnTo>
                <a:lnTo>
                  <a:pt x="6216" y="310"/>
                </a:lnTo>
                <a:close/>
                <a:moveTo>
                  <a:pt x="5335" y="7002"/>
                </a:moveTo>
                <a:lnTo>
                  <a:pt x="5335" y="7193"/>
                </a:lnTo>
                <a:cubicBezTo>
                  <a:pt x="5335" y="7360"/>
                  <a:pt x="5216" y="7479"/>
                  <a:pt x="5049" y="7479"/>
                </a:cubicBezTo>
                <a:cubicBezTo>
                  <a:pt x="4907" y="7479"/>
                  <a:pt x="4764" y="7360"/>
                  <a:pt x="4764" y="7193"/>
                </a:cubicBezTo>
                <a:lnTo>
                  <a:pt x="4764" y="7002"/>
                </a:lnTo>
                <a:close/>
                <a:moveTo>
                  <a:pt x="6073" y="7002"/>
                </a:moveTo>
                <a:lnTo>
                  <a:pt x="6169" y="8241"/>
                </a:lnTo>
                <a:lnTo>
                  <a:pt x="3954" y="8241"/>
                </a:lnTo>
                <a:lnTo>
                  <a:pt x="4049" y="7002"/>
                </a:lnTo>
                <a:lnTo>
                  <a:pt x="4478" y="7002"/>
                </a:lnTo>
                <a:lnTo>
                  <a:pt x="4478" y="7193"/>
                </a:lnTo>
                <a:cubicBezTo>
                  <a:pt x="4478" y="7526"/>
                  <a:pt x="4740" y="7788"/>
                  <a:pt x="5049" y="7788"/>
                </a:cubicBezTo>
                <a:cubicBezTo>
                  <a:pt x="5383" y="7788"/>
                  <a:pt x="5645" y="7526"/>
                  <a:pt x="5645" y="7193"/>
                </a:cubicBezTo>
                <a:lnTo>
                  <a:pt x="5645" y="7002"/>
                </a:lnTo>
                <a:close/>
                <a:moveTo>
                  <a:pt x="6859" y="8526"/>
                </a:moveTo>
                <a:cubicBezTo>
                  <a:pt x="6883" y="8526"/>
                  <a:pt x="6907" y="8550"/>
                  <a:pt x="6907" y="8574"/>
                </a:cubicBezTo>
                <a:lnTo>
                  <a:pt x="6907" y="8955"/>
                </a:lnTo>
                <a:cubicBezTo>
                  <a:pt x="6907" y="8979"/>
                  <a:pt x="6883" y="9003"/>
                  <a:pt x="6859" y="9003"/>
                </a:cubicBezTo>
                <a:lnTo>
                  <a:pt x="3263" y="9003"/>
                </a:lnTo>
                <a:cubicBezTo>
                  <a:pt x="3240" y="9003"/>
                  <a:pt x="3216" y="8979"/>
                  <a:pt x="3216" y="8955"/>
                </a:cubicBezTo>
                <a:lnTo>
                  <a:pt x="3216" y="8574"/>
                </a:lnTo>
                <a:cubicBezTo>
                  <a:pt x="3216" y="8550"/>
                  <a:pt x="3240" y="8526"/>
                  <a:pt x="3263" y="8526"/>
                </a:cubicBezTo>
                <a:close/>
                <a:moveTo>
                  <a:pt x="549" y="1"/>
                </a:moveTo>
                <a:cubicBezTo>
                  <a:pt x="239" y="1"/>
                  <a:pt x="1" y="239"/>
                  <a:pt x="1" y="549"/>
                </a:cubicBezTo>
                <a:lnTo>
                  <a:pt x="1" y="1477"/>
                </a:lnTo>
                <a:cubicBezTo>
                  <a:pt x="1" y="1573"/>
                  <a:pt x="72" y="1644"/>
                  <a:pt x="144" y="1644"/>
                </a:cubicBezTo>
                <a:cubicBezTo>
                  <a:pt x="215" y="1644"/>
                  <a:pt x="287" y="1573"/>
                  <a:pt x="287" y="1477"/>
                </a:cubicBezTo>
                <a:lnTo>
                  <a:pt x="287" y="549"/>
                </a:lnTo>
                <a:cubicBezTo>
                  <a:pt x="287" y="406"/>
                  <a:pt x="406" y="310"/>
                  <a:pt x="549" y="310"/>
                </a:cubicBezTo>
                <a:lnTo>
                  <a:pt x="5907" y="310"/>
                </a:lnTo>
                <a:lnTo>
                  <a:pt x="5907" y="5669"/>
                </a:lnTo>
                <a:lnTo>
                  <a:pt x="287" y="5669"/>
                </a:lnTo>
                <a:lnTo>
                  <a:pt x="287" y="2144"/>
                </a:lnTo>
                <a:cubicBezTo>
                  <a:pt x="287" y="2049"/>
                  <a:pt x="239" y="2001"/>
                  <a:pt x="144" y="2001"/>
                </a:cubicBezTo>
                <a:cubicBezTo>
                  <a:pt x="72" y="2001"/>
                  <a:pt x="1" y="2049"/>
                  <a:pt x="1" y="2144"/>
                </a:cubicBezTo>
                <a:lnTo>
                  <a:pt x="1" y="6455"/>
                </a:lnTo>
                <a:cubicBezTo>
                  <a:pt x="1" y="6764"/>
                  <a:pt x="239" y="7002"/>
                  <a:pt x="549" y="7002"/>
                </a:cubicBezTo>
                <a:lnTo>
                  <a:pt x="3763" y="7002"/>
                </a:lnTo>
                <a:lnTo>
                  <a:pt x="3644" y="8241"/>
                </a:lnTo>
                <a:lnTo>
                  <a:pt x="3263" y="8241"/>
                </a:lnTo>
                <a:cubicBezTo>
                  <a:pt x="3073" y="8241"/>
                  <a:pt x="2930" y="8384"/>
                  <a:pt x="2930" y="8574"/>
                </a:cubicBezTo>
                <a:lnTo>
                  <a:pt x="2930" y="8955"/>
                </a:lnTo>
                <a:cubicBezTo>
                  <a:pt x="2930" y="9146"/>
                  <a:pt x="3073" y="9288"/>
                  <a:pt x="3263" y="9288"/>
                </a:cubicBezTo>
                <a:lnTo>
                  <a:pt x="6859" y="9288"/>
                </a:lnTo>
                <a:cubicBezTo>
                  <a:pt x="7050" y="9288"/>
                  <a:pt x="7193" y="9146"/>
                  <a:pt x="7193" y="8955"/>
                </a:cubicBezTo>
                <a:lnTo>
                  <a:pt x="7193" y="8574"/>
                </a:lnTo>
                <a:cubicBezTo>
                  <a:pt x="7193" y="8384"/>
                  <a:pt x="7050" y="8241"/>
                  <a:pt x="6859" y="8241"/>
                </a:cubicBezTo>
                <a:lnTo>
                  <a:pt x="6478" y="8241"/>
                </a:lnTo>
                <a:lnTo>
                  <a:pt x="6359" y="7002"/>
                </a:lnTo>
                <a:lnTo>
                  <a:pt x="9574" y="7002"/>
                </a:lnTo>
                <a:cubicBezTo>
                  <a:pt x="9860" y="7002"/>
                  <a:pt x="10122" y="6764"/>
                  <a:pt x="10122" y="6455"/>
                </a:cubicBezTo>
                <a:lnTo>
                  <a:pt x="10122" y="549"/>
                </a:lnTo>
                <a:cubicBezTo>
                  <a:pt x="10122" y="239"/>
                  <a:pt x="9884" y="1"/>
                  <a:pt x="9574" y="1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4" name="Google Shape;2831;p94">
            <a:extLst xmlns:a="http://schemas.openxmlformats.org/drawingml/2006/main">
              <a:ext uri="{FF2B5EF4-FFF2-40B4-BE49-F238E27FC236}">
                <a16:creationId xmlns:a16="http://schemas.microsoft.com/office/drawing/2014/main" id="{6A25AEAC-89F0-49CB-B7BE-42F11987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88385"/>
            <a:ext cx="311114" cy="244088"/>
          </a:xfrm>
          <a:custGeom xmlns:a="http://schemas.openxmlformats.org/drawingml/2006/main">
            <a:rect l="l" t="t" r="r" b="b"/>
            <a:pathLst>
              <a:path w="4264" h="3296">
                <a:moveTo>
                  <a:pt x="3897" y="0"/>
                </a:moveTo>
                <a:cubicBezTo>
                  <a:pt x="3848" y="0"/>
                  <a:pt x="3805" y="22"/>
                  <a:pt x="3787" y="57"/>
                </a:cubicBezTo>
                <a:lnTo>
                  <a:pt x="2835" y="1176"/>
                </a:lnTo>
                <a:lnTo>
                  <a:pt x="2596" y="986"/>
                </a:lnTo>
                <a:cubicBezTo>
                  <a:pt x="2573" y="962"/>
                  <a:pt x="2537" y="950"/>
                  <a:pt x="2501" y="950"/>
                </a:cubicBezTo>
                <a:cubicBezTo>
                  <a:pt x="2465" y="950"/>
                  <a:pt x="2430" y="962"/>
                  <a:pt x="2406" y="986"/>
                </a:cubicBezTo>
                <a:lnTo>
                  <a:pt x="1811" y="1629"/>
                </a:lnTo>
                <a:lnTo>
                  <a:pt x="1096" y="1367"/>
                </a:lnTo>
                <a:cubicBezTo>
                  <a:pt x="1084" y="1355"/>
                  <a:pt x="1066" y="1349"/>
                  <a:pt x="1045" y="1349"/>
                </a:cubicBezTo>
                <a:cubicBezTo>
                  <a:pt x="1025" y="1349"/>
                  <a:pt x="1001" y="1355"/>
                  <a:pt x="977" y="1367"/>
                </a:cubicBezTo>
                <a:lnTo>
                  <a:pt x="286" y="1772"/>
                </a:lnTo>
                <a:lnTo>
                  <a:pt x="286" y="462"/>
                </a:lnTo>
                <a:cubicBezTo>
                  <a:pt x="286" y="391"/>
                  <a:pt x="239" y="319"/>
                  <a:pt x="144" y="319"/>
                </a:cubicBezTo>
                <a:cubicBezTo>
                  <a:pt x="72" y="319"/>
                  <a:pt x="1" y="391"/>
                  <a:pt x="1" y="462"/>
                </a:cubicBezTo>
                <a:lnTo>
                  <a:pt x="1" y="3153"/>
                </a:lnTo>
                <a:cubicBezTo>
                  <a:pt x="1" y="3225"/>
                  <a:pt x="72" y="3296"/>
                  <a:pt x="144" y="3296"/>
                </a:cubicBezTo>
                <a:lnTo>
                  <a:pt x="4121" y="3296"/>
                </a:lnTo>
                <a:cubicBezTo>
                  <a:pt x="4192" y="3296"/>
                  <a:pt x="4263" y="3225"/>
                  <a:pt x="4263" y="3153"/>
                </a:cubicBezTo>
                <a:cubicBezTo>
                  <a:pt x="4263" y="3082"/>
                  <a:pt x="4216" y="3010"/>
                  <a:pt x="4121" y="3010"/>
                </a:cubicBezTo>
                <a:lnTo>
                  <a:pt x="4049" y="3010"/>
                </a:lnTo>
                <a:lnTo>
                  <a:pt x="4049" y="2200"/>
                </a:lnTo>
                <a:cubicBezTo>
                  <a:pt x="4049" y="2105"/>
                  <a:pt x="3978" y="2034"/>
                  <a:pt x="3906" y="2034"/>
                </a:cubicBezTo>
                <a:cubicBezTo>
                  <a:pt x="3811" y="2034"/>
                  <a:pt x="3739" y="2105"/>
                  <a:pt x="3739" y="2200"/>
                </a:cubicBezTo>
                <a:lnTo>
                  <a:pt x="3739" y="3010"/>
                </a:lnTo>
                <a:lnTo>
                  <a:pt x="3382" y="3010"/>
                </a:lnTo>
                <a:lnTo>
                  <a:pt x="3382" y="2891"/>
                </a:lnTo>
                <a:cubicBezTo>
                  <a:pt x="3382" y="2820"/>
                  <a:pt x="3311" y="2748"/>
                  <a:pt x="3239" y="2748"/>
                </a:cubicBezTo>
                <a:cubicBezTo>
                  <a:pt x="3144" y="2748"/>
                  <a:pt x="3073" y="2796"/>
                  <a:pt x="3073" y="2891"/>
                </a:cubicBezTo>
                <a:lnTo>
                  <a:pt x="3073" y="3010"/>
                </a:lnTo>
                <a:lnTo>
                  <a:pt x="2573" y="3010"/>
                </a:lnTo>
                <a:lnTo>
                  <a:pt x="2573" y="2891"/>
                </a:lnTo>
                <a:cubicBezTo>
                  <a:pt x="2573" y="2820"/>
                  <a:pt x="2525" y="2748"/>
                  <a:pt x="2430" y="2748"/>
                </a:cubicBezTo>
                <a:cubicBezTo>
                  <a:pt x="2358" y="2748"/>
                  <a:pt x="2287" y="2796"/>
                  <a:pt x="2287" y="2891"/>
                </a:cubicBezTo>
                <a:lnTo>
                  <a:pt x="2287" y="3010"/>
                </a:lnTo>
                <a:lnTo>
                  <a:pt x="1787" y="3010"/>
                </a:lnTo>
                <a:lnTo>
                  <a:pt x="1787" y="2891"/>
                </a:lnTo>
                <a:cubicBezTo>
                  <a:pt x="1787" y="2820"/>
                  <a:pt x="1715" y="2748"/>
                  <a:pt x="1644" y="2748"/>
                </a:cubicBezTo>
                <a:cubicBezTo>
                  <a:pt x="1549" y="2748"/>
                  <a:pt x="1501" y="2796"/>
                  <a:pt x="1501" y="2891"/>
                </a:cubicBezTo>
                <a:lnTo>
                  <a:pt x="1501" y="3010"/>
                </a:lnTo>
                <a:lnTo>
                  <a:pt x="1001" y="3010"/>
                </a:lnTo>
                <a:lnTo>
                  <a:pt x="1001" y="2891"/>
                </a:lnTo>
                <a:cubicBezTo>
                  <a:pt x="1001" y="2820"/>
                  <a:pt x="929" y="2748"/>
                  <a:pt x="834" y="2748"/>
                </a:cubicBezTo>
                <a:cubicBezTo>
                  <a:pt x="763" y="2748"/>
                  <a:pt x="691" y="2796"/>
                  <a:pt x="691" y="2891"/>
                </a:cubicBezTo>
                <a:lnTo>
                  <a:pt x="691" y="3010"/>
                </a:lnTo>
                <a:lnTo>
                  <a:pt x="286" y="3010"/>
                </a:lnTo>
                <a:lnTo>
                  <a:pt x="286" y="2105"/>
                </a:lnTo>
                <a:lnTo>
                  <a:pt x="1048" y="1653"/>
                </a:lnTo>
                <a:lnTo>
                  <a:pt x="1811" y="1962"/>
                </a:lnTo>
                <a:cubicBezTo>
                  <a:pt x="1823" y="1969"/>
                  <a:pt x="1838" y="1972"/>
                  <a:pt x="1853" y="1972"/>
                </a:cubicBezTo>
                <a:cubicBezTo>
                  <a:pt x="1893" y="1972"/>
                  <a:pt x="1936" y="1950"/>
                  <a:pt x="1953" y="1915"/>
                </a:cubicBezTo>
                <a:lnTo>
                  <a:pt x="2525" y="1296"/>
                </a:lnTo>
                <a:lnTo>
                  <a:pt x="2763" y="1486"/>
                </a:lnTo>
                <a:cubicBezTo>
                  <a:pt x="2795" y="1518"/>
                  <a:pt x="2828" y="1531"/>
                  <a:pt x="2860" y="1531"/>
                </a:cubicBezTo>
                <a:cubicBezTo>
                  <a:pt x="2899" y="1531"/>
                  <a:pt x="2938" y="1512"/>
                  <a:pt x="2977" y="1486"/>
                </a:cubicBezTo>
                <a:lnTo>
                  <a:pt x="3739" y="557"/>
                </a:lnTo>
                <a:lnTo>
                  <a:pt x="3739" y="1534"/>
                </a:lnTo>
                <a:cubicBezTo>
                  <a:pt x="3739" y="1629"/>
                  <a:pt x="3811" y="1677"/>
                  <a:pt x="3882" y="1677"/>
                </a:cubicBezTo>
                <a:cubicBezTo>
                  <a:pt x="3978" y="1677"/>
                  <a:pt x="4049" y="1629"/>
                  <a:pt x="4049" y="1534"/>
                </a:cubicBezTo>
                <a:lnTo>
                  <a:pt x="4049" y="152"/>
                </a:lnTo>
                <a:cubicBezTo>
                  <a:pt x="4049" y="81"/>
                  <a:pt x="4001" y="33"/>
                  <a:pt x="3954" y="10"/>
                </a:cubicBezTo>
                <a:cubicBezTo>
                  <a:pt x="3935" y="3"/>
                  <a:pt x="3916" y="0"/>
                  <a:pt x="389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5" name="Google Shape;2832;p94">
            <a:extLst xmlns:a="http://schemas.openxmlformats.org/drawingml/2006/main">
              <a:ext uri="{FF2B5EF4-FFF2-40B4-BE49-F238E27FC236}">
                <a16:creationId xmlns:a16="http://schemas.microsoft.com/office/drawing/2014/main" id="{3504136F-174E-465D-95D8-13EE2C34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041584" y="1938446"/>
            <a:ext cx="20941" cy="30065"/>
          </a:xfrm>
          <a:custGeom xmlns:a="http://schemas.openxmlformats.org/drawingml/2006/main">
            <a:rect l="l" t="t" r="r" b="b"/>
            <a:pathLst>
              <a:path w="287" h="406">
                <a:moveTo>
                  <a:pt x="143" y="0"/>
                </a:moveTo>
                <a:cubicBezTo>
                  <a:pt x="72" y="0"/>
                  <a:pt x="1" y="72"/>
                  <a:pt x="1" y="167"/>
                </a:cubicBezTo>
                <a:lnTo>
                  <a:pt x="1" y="262"/>
                </a:lnTo>
                <a:cubicBezTo>
                  <a:pt x="1" y="358"/>
                  <a:pt x="72" y="405"/>
                  <a:pt x="143" y="405"/>
                </a:cubicBezTo>
                <a:cubicBezTo>
                  <a:pt x="239" y="405"/>
                  <a:pt x="286" y="358"/>
                  <a:pt x="286" y="262"/>
                </a:cubicBezTo>
                <a:lnTo>
                  <a:pt x="286" y="167"/>
                </a:lnTo>
                <a:cubicBezTo>
                  <a:pt x="286" y="72"/>
                  <a:pt x="239" y="0"/>
                  <a:pt x="14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6" name="Google Shape;2833;p94">
            <a:extLst xmlns:a="http://schemas.openxmlformats.org/drawingml/2006/main">
              <a:ext uri="{FF2B5EF4-FFF2-40B4-BE49-F238E27FC236}">
                <a16:creationId xmlns:a16="http://schemas.microsoft.com/office/drawing/2014/main" id="{1A03FD0C-7738-4A35-B44B-4D9C0E75C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147599" y="1908454"/>
            <a:ext cx="22617" cy="30065"/>
          </a:xfrm>
          <a:custGeom xmlns:a="http://schemas.openxmlformats.org/drawingml/2006/main">
            <a:rect l="l" t="t" r="r" b="b"/>
            <a:pathLst>
              <a:path w="310" h="406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lnTo>
                  <a:pt x="0" y="262"/>
                </a:lnTo>
                <a:cubicBezTo>
                  <a:pt x="0" y="334"/>
                  <a:pt x="72" y="405"/>
                  <a:pt x="143" y="405"/>
                </a:cubicBezTo>
                <a:cubicBezTo>
                  <a:pt x="238" y="405"/>
                  <a:pt x="310" y="334"/>
                  <a:pt x="310" y="262"/>
                </a:cubicBezTo>
                <a:lnTo>
                  <a:pt x="310" y="143"/>
                </a:lnTo>
                <a:cubicBezTo>
                  <a:pt x="310" y="72"/>
                  <a:pt x="238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7" name="Google Shape;2834;p94">
            <a:extLst xmlns:a="http://schemas.openxmlformats.org/drawingml/2006/main">
              <a:ext uri="{FF2B5EF4-FFF2-40B4-BE49-F238E27FC236}">
                <a16:creationId xmlns:a16="http://schemas.microsoft.com/office/drawing/2014/main" id="{66009B1B-C6FD-49B8-8022-7BA95FBA9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248361" y="1843211"/>
            <a:ext cx="22691" cy="30065"/>
          </a:xfrm>
          <a:custGeom xmlns:a="http://schemas.openxmlformats.org/drawingml/2006/main">
            <a:rect l="l" t="t" r="r" b="b"/>
            <a:pathLst>
              <a:path w="311" h="406">
                <a:moveTo>
                  <a:pt x="167" y="0"/>
                </a:moveTo>
                <a:cubicBezTo>
                  <a:pt x="72" y="0"/>
                  <a:pt x="0" y="48"/>
                  <a:pt x="0" y="143"/>
                </a:cubicBezTo>
                <a:lnTo>
                  <a:pt x="0" y="239"/>
                </a:lnTo>
                <a:cubicBezTo>
                  <a:pt x="0" y="334"/>
                  <a:pt x="72" y="405"/>
                  <a:pt x="167" y="405"/>
                </a:cubicBezTo>
                <a:cubicBezTo>
                  <a:pt x="239" y="405"/>
                  <a:pt x="310" y="334"/>
                  <a:pt x="310" y="239"/>
                </a:cubicBezTo>
                <a:lnTo>
                  <a:pt x="310" y="143"/>
                </a:lnTo>
                <a:cubicBezTo>
                  <a:pt x="310" y="48"/>
                  <a:pt x="239" y="0"/>
                  <a:pt x="16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8" name="Google Shape;2835;p94">
            <a:extLst xmlns:a="http://schemas.openxmlformats.org/drawingml/2006/main">
              <a:ext uri="{FF2B5EF4-FFF2-40B4-BE49-F238E27FC236}">
                <a16:creationId xmlns:a16="http://schemas.microsoft.com/office/drawing/2014/main" id="{842A40FB-E85F-45B5-A562-0F31875BC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11440"/>
            <a:ext cx="59172" cy="21254"/>
          </a:xfrm>
          <a:custGeom xmlns:a="http://schemas.openxmlformats.org/drawingml/2006/main">
            <a:rect l="l" t="t" r="r" b="b"/>
            <a:pathLst>
              <a:path w="811" h="287">
                <a:moveTo>
                  <a:pt x="144" y="1"/>
                </a:moveTo>
                <a:cubicBezTo>
                  <a:pt x="72" y="1"/>
                  <a:pt x="1" y="72"/>
                  <a:pt x="1" y="144"/>
                </a:cubicBezTo>
                <a:cubicBezTo>
                  <a:pt x="1" y="239"/>
                  <a:pt x="72" y="287"/>
                  <a:pt x="144" y="287"/>
                </a:cubicBezTo>
                <a:lnTo>
                  <a:pt x="667" y="287"/>
                </a:lnTo>
                <a:cubicBezTo>
                  <a:pt x="739" y="287"/>
                  <a:pt x="810" y="239"/>
                  <a:pt x="810" y="144"/>
                </a:cubicBezTo>
                <a:cubicBezTo>
                  <a:pt x="810" y="72"/>
                  <a:pt x="739" y="1"/>
                  <a:pt x="6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69" name="Google Shape;2836;p94">
            <a:extLst xmlns:a="http://schemas.openxmlformats.org/drawingml/2006/main">
              <a:ext uri="{FF2B5EF4-FFF2-40B4-BE49-F238E27FC236}">
                <a16:creationId xmlns:a16="http://schemas.microsoft.com/office/drawing/2014/main" id="{543973E7-B229-4280-95BA-F224FDE65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975553" y="1852022"/>
            <a:ext cx="102586" cy="23030"/>
          </a:xfrm>
          <a:custGeom xmlns:a="http://schemas.openxmlformats.org/drawingml/2006/main">
            <a:rect l="l" t="t" r="r" b="b"/>
            <a:pathLst>
              <a:path w="1406" h="311">
                <a:moveTo>
                  <a:pt x="144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9"/>
                  <a:pt x="72" y="310"/>
                  <a:pt x="144" y="310"/>
                </a:cubicBezTo>
                <a:lnTo>
                  <a:pt x="1239" y="310"/>
                </a:lnTo>
                <a:cubicBezTo>
                  <a:pt x="1334" y="310"/>
                  <a:pt x="1406" y="239"/>
                  <a:pt x="1406" y="143"/>
                </a:cubicBezTo>
                <a:cubicBezTo>
                  <a:pt x="1406" y="72"/>
                  <a:pt x="1334" y="0"/>
                  <a:pt x="123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0" name="Google Shape;2837;p94">
            <a:extLst xmlns:a="http://schemas.openxmlformats.org/drawingml/2006/main">
              <a:ext uri="{FF2B5EF4-FFF2-40B4-BE49-F238E27FC236}">
                <a16:creationId xmlns:a16="http://schemas.microsoft.com/office/drawing/2014/main" id="{41575783-12EF-40FC-B478-EC50906B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51636" y="1846765"/>
            <a:ext cx="67855" cy="116416"/>
          </a:xfrm>
          <a:custGeom xmlns:a="http://schemas.openxmlformats.org/drawingml/2006/main">
            <a:rect l="l" t="t" r="r" b="b"/>
            <a:pathLst>
              <a:path w="930" h="1572">
                <a:moveTo>
                  <a:pt x="453" y="0"/>
                </a:moveTo>
                <a:cubicBezTo>
                  <a:pt x="382" y="0"/>
                  <a:pt x="310" y="48"/>
                  <a:pt x="310" y="143"/>
                </a:cubicBezTo>
                <a:lnTo>
                  <a:pt x="310" y="167"/>
                </a:lnTo>
                <a:cubicBezTo>
                  <a:pt x="144" y="214"/>
                  <a:pt x="1" y="357"/>
                  <a:pt x="1" y="548"/>
                </a:cubicBezTo>
                <a:cubicBezTo>
                  <a:pt x="1" y="762"/>
                  <a:pt x="167" y="929"/>
                  <a:pt x="382" y="929"/>
                </a:cubicBezTo>
                <a:lnTo>
                  <a:pt x="525" y="929"/>
                </a:lnTo>
                <a:cubicBezTo>
                  <a:pt x="572" y="929"/>
                  <a:pt x="620" y="976"/>
                  <a:pt x="620" y="1024"/>
                </a:cubicBezTo>
                <a:cubicBezTo>
                  <a:pt x="620" y="1072"/>
                  <a:pt x="572" y="1119"/>
                  <a:pt x="525" y="1119"/>
                </a:cubicBezTo>
                <a:lnTo>
                  <a:pt x="382" y="1119"/>
                </a:lnTo>
                <a:cubicBezTo>
                  <a:pt x="358" y="1119"/>
                  <a:pt x="310" y="1095"/>
                  <a:pt x="310" y="1048"/>
                </a:cubicBezTo>
                <a:cubicBezTo>
                  <a:pt x="293" y="994"/>
                  <a:pt x="234" y="967"/>
                  <a:pt x="176" y="967"/>
                </a:cubicBezTo>
                <a:cubicBezTo>
                  <a:pt x="157" y="967"/>
                  <a:pt x="138" y="970"/>
                  <a:pt x="120" y="976"/>
                </a:cubicBezTo>
                <a:cubicBezTo>
                  <a:pt x="48" y="1024"/>
                  <a:pt x="1" y="1095"/>
                  <a:pt x="48" y="1167"/>
                </a:cubicBezTo>
                <a:cubicBezTo>
                  <a:pt x="96" y="1286"/>
                  <a:pt x="191" y="1381"/>
                  <a:pt x="310" y="1405"/>
                </a:cubicBezTo>
                <a:cubicBezTo>
                  <a:pt x="310" y="1500"/>
                  <a:pt x="382" y="1572"/>
                  <a:pt x="453" y="1572"/>
                </a:cubicBezTo>
                <a:cubicBezTo>
                  <a:pt x="549" y="1572"/>
                  <a:pt x="620" y="1500"/>
                  <a:pt x="620" y="1405"/>
                </a:cubicBezTo>
                <a:cubicBezTo>
                  <a:pt x="787" y="1357"/>
                  <a:pt x="930" y="1215"/>
                  <a:pt x="930" y="1024"/>
                </a:cubicBezTo>
                <a:cubicBezTo>
                  <a:pt x="930" y="810"/>
                  <a:pt x="739" y="643"/>
                  <a:pt x="525" y="643"/>
                </a:cubicBezTo>
                <a:lnTo>
                  <a:pt x="382" y="643"/>
                </a:lnTo>
                <a:cubicBezTo>
                  <a:pt x="334" y="643"/>
                  <a:pt x="310" y="595"/>
                  <a:pt x="310" y="548"/>
                </a:cubicBezTo>
                <a:cubicBezTo>
                  <a:pt x="310" y="500"/>
                  <a:pt x="334" y="453"/>
                  <a:pt x="382" y="453"/>
                </a:cubicBezTo>
                <a:lnTo>
                  <a:pt x="525" y="453"/>
                </a:lnTo>
                <a:cubicBezTo>
                  <a:pt x="572" y="453"/>
                  <a:pt x="596" y="476"/>
                  <a:pt x="620" y="500"/>
                </a:cubicBezTo>
                <a:cubicBezTo>
                  <a:pt x="635" y="546"/>
                  <a:pt x="681" y="573"/>
                  <a:pt x="730" y="573"/>
                </a:cubicBezTo>
                <a:cubicBezTo>
                  <a:pt x="757" y="573"/>
                  <a:pt x="785" y="565"/>
                  <a:pt x="810" y="548"/>
                </a:cubicBezTo>
                <a:cubicBezTo>
                  <a:pt x="882" y="500"/>
                  <a:pt x="906" y="405"/>
                  <a:pt x="858" y="333"/>
                </a:cubicBezTo>
                <a:cubicBezTo>
                  <a:pt x="787" y="238"/>
                  <a:pt x="715" y="191"/>
                  <a:pt x="620" y="167"/>
                </a:cubicBezTo>
                <a:lnTo>
                  <a:pt x="620" y="143"/>
                </a:lnTo>
                <a:cubicBezTo>
                  <a:pt x="620" y="48"/>
                  <a:pt x="549" y="0"/>
                  <a:pt x="453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1" name="Google Shape;2838;p94">
            <a:extLst xmlns:a="http://schemas.openxmlformats.org/drawingml/2006/main">
              <a:ext uri="{FF2B5EF4-FFF2-40B4-BE49-F238E27FC236}">
                <a16:creationId xmlns:a16="http://schemas.microsoft.com/office/drawing/2014/main" id="{6F0CCC03-3E72-49CA-80F0-A626E2390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94287" y="1811440"/>
            <a:ext cx="182552" cy="185289"/>
          </a:xfrm>
          <a:custGeom xmlns:a="http://schemas.openxmlformats.org/drawingml/2006/main">
            <a:rect l="l" t="t" r="r" b="b"/>
            <a:pathLst>
              <a:path w="2502" h="2502">
                <a:moveTo>
                  <a:pt x="1239" y="287"/>
                </a:moveTo>
                <a:cubicBezTo>
                  <a:pt x="1763" y="287"/>
                  <a:pt x="2216" y="715"/>
                  <a:pt x="2216" y="1263"/>
                </a:cubicBezTo>
                <a:cubicBezTo>
                  <a:pt x="2216" y="1787"/>
                  <a:pt x="1787" y="2215"/>
                  <a:pt x="1239" y="2215"/>
                </a:cubicBezTo>
                <a:cubicBezTo>
                  <a:pt x="715" y="2215"/>
                  <a:pt x="287" y="1787"/>
                  <a:pt x="287" y="1263"/>
                </a:cubicBezTo>
                <a:cubicBezTo>
                  <a:pt x="287" y="715"/>
                  <a:pt x="715" y="287"/>
                  <a:pt x="1239" y="287"/>
                </a:cubicBezTo>
                <a:close/>
                <a:moveTo>
                  <a:pt x="1239" y="1"/>
                </a:moveTo>
                <a:cubicBezTo>
                  <a:pt x="549" y="1"/>
                  <a:pt x="1" y="548"/>
                  <a:pt x="1" y="1239"/>
                </a:cubicBezTo>
                <a:cubicBezTo>
                  <a:pt x="1" y="1954"/>
                  <a:pt x="549" y="2501"/>
                  <a:pt x="1239" y="2501"/>
                </a:cubicBezTo>
                <a:cubicBezTo>
                  <a:pt x="1930" y="2501"/>
                  <a:pt x="2501" y="1954"/>
                  <a:pt x="2501" y="1239"/>
                </a:cubicBezTo>
                <a:cubicBezTo>
                  <a:pt x="2501" y="572"/>
                  <a:pt x="1930" y="1"/>
                  <a:pt x="123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2" name="Google Shape;2839;p94">
            <a:extLst xmlns:a="http://schemas.openxmlformats.org/drawingml/2006/main">
              <a:ext uri="{FF2B5EF4-FFF2-40B4-BE49-F238E27FC236}">
                <a16:creationId xmlns:a16="http://schemas.microsoft.com/office/drawing/2014/main" id="{18635451-A733-4CC9-B50F-300CE78C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23092"/>
            <a:ext cx="99157" cy="23030"/>
          </a:xfrm>
          <a:custGeom xmlns:a="http://schemas.openxmlformats.org/drawingml/2006/main">
            <a:rect l="l" t="t" r="r" b="b"/>
            <a:pathLst>
              <a:path w="1359" h="311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1215" y="310"/>
                </a:lnTo>
                <a:cubicBezTo>
                  <a:pt x="1287" y="310"/>
                  <a:pt x="1358" y="239"/>
                  <a:pt x="1358" y="143"/>
                </a:cubicBezTo>
                <a:cubicBezTo>
                  <a:pt x="1358" y="72"/>
                  <a:pt x="1311" y="0"/>
                  <a:pt x="1215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3" name="Google Shape;2840;p94">
            <a:extLst xmlns:a="http://schemas.openxmlformats.org/drawingml/2006/main">
              <a:ext uri="{FF2B5EF4-FFF2-40B4-BE49-F238E27FC236}">
                <a16:creationId xmlns:a16="http://schemas.microsoft.com/office/drawing/2014/main" id="{26780036-310A-4D31-A416-A5EB695F5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519420" y="2067156"/>
            <a:ext cx="55670" cy="21254"/>
          </a:xfrm>
          <a:custGeom xmlns:a="http://schemas.openxmlformats.org/drawingml/2006/main">
            <a:rect l="l" t="t" r="r" b="b"/>
            <a:pathLst>
              <a:path w="763" h="287">
                <a:moveTo>
                  <a:pt x="143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3" y="287"/>
                </a:cubicBezTo>
                <a:lnTo>
                  <a:pt x="596" y="287"/>
                </a:lnTo>
                <a:cubicBezTo>
                  <a:pt x="691" y="287"/>
                  <a:pt x="763" y="215"/>
                  <a:pt x="763" y="144"/>
                </a:cubicBezTo>
                <a:cubicBezTo>
                  <a:pt x="763" y="72"/>
                  <a:pt x="691" y="1"/>
                  <a:pt x="59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4" name="Google Shape;2841;p94">
            <a:extLst xmlns:a="http://schemas.openxmlformats.org/drawingml/2006/main">
              <a:ext uri="{FF2B5EF4-FFF2-40B4-BE49-F238E27FC236}">
                <a16:creationId xmlns:a16="http://schemas.microsoft.com/office/drawing/2014/main" id="{76A8C9FE-70F9-46C6-890D-45DD60BFE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067156"/>
            <a:ext cx="62675" cy="21254"/>
          </a:xfrm>
          <a:custGeom xmlns:a="http://schemas.openxmlformats.org/drawingml/2006/main">
            <a:rect l="l" t="t" r="r" b="b"/>
            <a:pathLst>
              <a:path w="859" h="287">
                <a:moveTo>
                  <a:pt x="144" y="1"/>
                </a:moveTo>
                <a:cubicBezTo>
                  <a:pt x="48" y="1"/>
                  <a:pt x="1" y="48"/>
                  <a:pt x="1" y="144"/>
                </a:cubicBezTo>
                <a:cubicBezTo>
                  <a:pt x="1" y="215"/>
                  <a:pt x="48" y="287"/>
                  <a:pt x="144" y="287"/>
                </a:cubicBezTo>
                <a:lnTo>
                  <a:pt x="715" y="287"/>
                </a:lnTo>
                <a:cubicBezTo>
                  <a:pt x="787" y="287"/>
                  <a:pt x="858" y="215"/>
                  <a:pt x="858" y="144"/>
                </a:cubicBezTo>
                <a:cubicBezTo>
                  <a:pt x="858" y="72"/>
                  <a:pt x="811" y="1"/>
                  <a:pt x="7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5" name="Google Shape;2842;p94">
            <a:extLst xmlns:a="http://schemas.openxmlformats.org/drawingml/2006/main">
              <a:ext uri="{FF2B5EF4-FFF2-40B4-BE49-F238E27FC236}">
                <a16:creationId xmlns:a16="http://schemas.microsoft.com/office/drawing/2014/main" id="{97FED165-3DBA-426F-92BB-B0C3DB51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463821" y="2067156"/>
            <a:ext cx="41808" cy="21254"/>
          </a:xfrm>
          <a:custGeom xmlns:a="http://schemas.openxmlformats.org/drawingml/2006/main">
            <a:rect l="l" t="t" r="r" b="b"/>
            <a:pathLst>
              <a:path w="573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429" y="287"/>
                </a:lnTo>
                <a:cubicBezTo>
                  <a:pt x="501" y="287"/>
                  <a:pt x="572" y="215"/>
                  <a:pt x="572" y="144"/>
                </a:cubicBezTo>
                <a:cubicBezTo>
                  <a:pt x="572" y="72"/>
                  <a:pt x="501" y="1"/>
                  <a:pt x="429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76" name="Google Shape;2843;p94">
            <a:extLst xmlns:a="http://schemas.openxmlformats.org/drawingml/2006/main">
              <a:ext uri="{FF2B5EF4-FFF2-40B4-BE49-F238E27FC236}">
                <a16:creationId xmlns:a16="http://schemas.microsoft.com/office/drawing/2014/main" id="{386E4A42-856C-4795-ABCB-63A7928B3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85605" y="2109516"/>
            <a:ext cx="187734" cy="22957"/>
          </a:xfrm>
          <a:custGeom xmlns:a="http://schemas.openxmlformats.org/drawingml/2006/main">
            <a:rect l="l" t="t" r="r" b="b"/>
            <a:pathLst>
              <a:path w="2573" h="310">
                <a:moveTo>
                  <a:pt x="144" y="0"/>
                </a:moveTo>
                <a:cubicBezTo>
                  <a:pt x="48" y="0"/>
                  <a:pt x="1" y="72"/>
                  <a:pt x="1" y="143"/>
                </a:cubicBezTo>
                <a:cubicBezTo>
                  <a:pt x="1" y="239"/>
                  <a:pt x="48" y="310"/>
                  <a:pt x="144" y="310"/>
                </a:cubicBezTo>
                <a:lnTo>
                  <a:pt x="2430" y="310"/>
                </a:lnTo>
                <a:cubicBezTo>
                  <a:pt x="2525" y="310"/>
                  <a:pt x="2573" y="239"/>
                  <a:pt x="2573" y="143"/>
                </a:cubicBezTo>
                <a:cubicBezTo>
                  <a:pt x="2573" y="72"/>
                  <a:pt x="2525" y="0"/>
                  <a:pt x="2430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4" name="Google Shape;2819;p94">
            <a:extLst xmlns:a="http://schemas.openxmlformats.org/drawingml/2006/main">
              <a:ext uri="{FF2B5EF4-FFF2-40B4-BE49-F238E27FC236}">
                <a16:creationId xmlns:a16="http://schemas.microsoft.com/office/drawing/2014/main" id="{148574C2-EBD4-4199-9829-8DFDEA9C7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0541" y="1913934"/>
            <a:ext cx="38305" cy="28808"/>
          </a:xfrm>
          <a:custGeom xmlns:a="http://schemas.openxmlformats.org/drawingml/2006/main">
            <a:rect l="l" t="t" r="r" b="b"/>
            <a:pathLst>
              <a:path w="525" h="389">
                <a:moveTo>
                  <a:pt x="348" y="1"/>
                </a:moveTo>
                <a:cubicBezTo>
                  <a:pt x="335" y="1"/>
                  <a:pt x="323" y="3"/>
                  <a:pt x="310" y="7"/>
                </a:cubicBezTo>
                <a:lnTo>
                  <a:pt x="96" y="102"/>
                </a:lnTo>
                <a:cubicBezTo>
                  <a:pt x="24" y="126"/>
                  <a:pt x="1" y="221"/>
                  <a:pt x="24" y="293"/>
                </a:cubicBezTo>
                <a:cubicBezTo>
                  <a:pt x="48" y="340"/>
                  <a:pt x="96" y="388"/>
                  <a:pt x="143" y="388"/>
                </a:cubicBezTo>
                <a:cubicBezTo>
                  <a:pt x="167" y="388"/>
                  <a:pt x="191" y="388"/>
                  <a:pt x="215" y="364"/>
                </a:cubicBezTo>
                <a:lnTo>
                  <a:pt x="405" y="293"/>
                </a:lnTo>
                <a:cubicBezTo>
                  <a:pt x="477" y="269"/>
                  <a:pt x="524" y="174"/>
                  <a:pt x="501" y="102"/>
                </a:cubicBezTo>
                <a:cubicBezTo>
                  <a:pt x="461" y="44"/>
                  <a:pt x="406" y="1"/>
                  <a:pt x="34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5" name="Google Shape;2820;p94">
            <a:extLst xmlns:a="http://schemas.openxmlformats.org/drawingml/2006/main">
              <a:ext uri="{FF2B5EF4-FFF2-40B4-BE49-F238E27FC236}">
                <a16:creationId xmlns:a16="http://schemas.microsoft.com/office/drawing/2014/main" id="{57E0AF51-B6FC-41BD-911C-FDDBED10D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97923" y="1873128"/>
            <a:ext cx="34876" cy="34287"/>
          </a:xfrm>
          <a:custGeom xmlns:a="http://schemas.openxmlformats.org/drawingml/2006/main">
            <a:rect l="l" t="t" r="r" b="b"/>
            <a:pathLst>
              <a:path w="478" h="463">
                <a:moveTo>
                  <a:pt x="298" y="1"/>
                </a:moveTo>
                <a:cubicBezTo>
                  <a:pt x="258" y="1"/>
                  <a:pt x="218" y="19"/>
                  <a:pt x="191" y="58"/>
                </a:cubicBezTo>
                <a:lnTo>
                  <a:pt x="49" y="225"/>
                </a:lnTo>
                <a:cubicBezTo>
                  <a:pt x="1" y="296"/>
                  <a:pt x="25" y="391"/>
                  <a:pt x="96" y="439"/>
                </a:cubicBezTo>
                <a:cubicBezTo>
                  <a:pt x="120" y="463"/>
                  <a:pt x="144" y="463"/>
                  <a:pt x="168" y="463"/>
                </a:cubicBezTo>
                <a:cubicBezTo>
                  <a:pt x="215" y="463"/>
                  <a:pt x="263" y="439"/>
                  <a:pt x="287" y="415"/>
                </a:cubicBezTo>
                <a:lnTo>
                  <a:pt x="430" y="225"/>
                </a:lnTo>
                <a:cubicBezTo>
                  <a:pt x="477" y="177"/>
                  <a:pt x="453" y="82"/>
                  <a:pt x="382" y="34"/>
                </a:cubicBezTo>
                <a:cubicBezTo>
                  <a:pt x="361" y="13"/>
                  <a:pt x="330" y="1"/>
                  <a:pt x="29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6" name="Google Shape;2821;p94">
            <a:extLst xmlns:a="http://schemas.openxmlformats.org/drawingml/2006/main">
              <a:ext uri="{FF2B5EF4-FFF2-40B4-BE49-F238E27FC236}">
                <a16:creationId xmlns:a16="http://schemas.microsoft.com/office/drawing/2014/main" id="{57B8954A-C826-4A9B-B657-89922358B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129223" y="1960292"/>
            <a:ext cx="38305" cy="24735"/>
          </a:xfrm>
          <a:custGeom xmlns:a="http://schemas.openxmlformats.org/drawingml/2006/main">
            <a:rect l="l" t="t" r="r" b="b"/>
            <a:pathLst>
              <a:path w="525" h="334">
                <a:moveTo>
                  <a:pt x="191" y="0"/>
                </a:moveTo>
                <a:cubicBezTo>
                  <a:pt x="96" y="0"/>
                  <a:pt x="24" y="48"/>
                  <a:pt x="24" y="119"/>
                </a:cubicBezTo>
                <a:cubicBezTo>
                  <a:pt x="1" y="215"/>
                  <a:pt x="48" y="286"/>
                  <a:pt x="143" y="286"/>
                </a:cubicBezTo>
                <a:lnTo>
                  <a:pt x="358" y="334"/>
                </a:lnTo>
                <a:lnTo>
                  <a:pt x="382" y="334"/>
                </a:lnTo>
                <a:cubicBezTo>
                  <a:pt x="453" y="334"/>
                  <a:pt x="501" y="286"/>
                  <a:pt x="525" y="215"/>
                </a:cubicBezTo>
                <a:cubicBezTo>
                  <a:pt x="525" y="119"/>
                  <a:pt x="477" y="48"/>
                  <a:pt x="405" y="48"/>
                </a:cubicBezTo>
                <a:lnTo>
                  <a:pt x="191" y="0"/>
                </a:ln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7" name="Google Shape;2822;p94">
            <a:extLst xmlns:a="http://schemas.openxmlformats.org/drawingml/2006/main">
              <a:ext uri="{FF2B5EF4-FFF2-40B4-BE49-F238E27FC236}">
                <a16:creationId xmlns:a16="http://schemas.microsoft.com/office/drawing/2014/main" id="{0E034DD0-4B55-4B91-A037-3246A0A29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710488" y="1722647"/>
            <a:ext cx="738530" cy="731528"/>
          </a:xfrm>
          <a:custGeom xmlns:a="http://schemas.openxmlformats.org/drawingml/2006/main">
            <a:rect l="l" t="t" r="r" b="b"/>
            <a:pathLst>
              <a:path w="10122" h="9878">
                <a:moveTo>
                  <a:pt x="4787" y="423"/>
                </a:moveTo>
                <a:lnTo>
                  <a:pt x="6168" y="994"/>
                </a:lnTo>
                <a:lnTo>
                  <a:pt x="5240" y="1376"/>
                </a:lnTo>
                <a:cubicBezTo>
                  <a:pt x="5233" y="1382"/>
                  <a:pt x="5226" y="1385"/>
                  <a:pt x="5219" y="1385"/>
                </a:cubicBezTo>
                <a:cubicBezTo>
                  <a:pt x="5202" y="1385"/>
                  <a:pt x="5185" y="1369"/>
                  <a:pt x="5168" y="1352"/>
                </a:cubicBezTo>
                <a:lnTo>
                  <a:pt x="4787" y="423"/>
                </a:lnTo>
                <a:close/>
                <a:moveTo>
                  <a:pt x="8216" y="2066"/>
                </a:moveTo>
                <a:cubicBezTo>
                  <a:pt x="8264" y="2066"/>
                  <a:pt x="8312" y="2090"/>
                  <a:pt x="8312" y="2138"/>
                </a:cubicBezTo>
                <a:lnTo>
                  <a:pt x="8312" y="2566"/>
                </a:lnTo>
                <a:cubicBezTo>
                  <a:pt x="8312" y="2614"/>
                  <a:pt x="8264" y="2661"/>
                  <a:pt x="8216" y="2661"/>
                </a:cubicBezTo>
                <a:lnTo>
                  <a:pt x="7407" y="2661"/>
                </a:lnTo>
                <a:lnTo>
                  <a:pt x="7168" y="2066"/>
                </a:lnTo>
                <a:close/>
                <a:moveTo>
                  <a:pt x="8788" y="1280"/>
                </a:moveTo>
                <a:cubicBezTo>
                  <a:pt x="8931" y="1280"/>
                  <a:pt x="9050" y="1399"/>
                  <a:pt x="9050" y="1542"/>
                </a:cubicBezTo>
                <a:lnTo>
                  <a:pt x="9050" y="3924"/>
                </a:lnTo>
                <a:lnTo>
                  <a:pt x="7954" y="3924"/>
                </a:lnTo>
                <a:lnTo>
                  <a:pt x="7550" y="2947"/>
                </a:lnTo>
                <a:lnTo>
                  <a:pt x="8216" y="2947"/>
                </a:lnTo>
                <a:cubicBezTo>
                  <a:pt x="8431" y="2947"/>
                  <a:pt x="8597" y="2781"/>
                  <a:pt x="8597" y="2566"/>
                </a:cubicBezTo>
                <a:lnTo>
                  <a:pt x="8597" y="2138"/>
                </a:lnTo>
                <a:cubicBezTo>
                  <a:pt x="8597" y="1923"/>
                  <a:pt x="8431" y="1757"/>
                  <a:pt x="8216" y="1757"/>
                </a:cubicBezTo>
                <a:lnTo>
                  <a:pt x="7049" y="1757"/>
                </a:lnTo>
                <a:lnTo>
                  <a:pt x="6835" y="1280"/>
                </a:lnTo>
                <a:close/>
                <a:moveTo>
                  <a:pt x="4430" y="352"/>
                </a:moveTo>
                <a:lnTo>
                  <a:pt x="4906" y="1471"/>
                </a:lnTo>
                <a:cubicBezTo>
                  <a:pt x="4954" y="1614"/>
                  <a:pt x="5073" y="1685"/>
                  <a:pt x="5216" y="1685"/>
                </a:cubicBezTo>
                <a:cubicBezTo>
                  <a:pt x="5263" y="1685"/>
                  <a:pt x="5311" y="1685"/>
                  <a:pt x="5359" y="1661"/>
                </a:cubicBezTo>
                <a:lnTo>
                  <a:pt x="6478" y="1185"/>
                </a:lnTo>
                <a:lnTo>
                  <a:pt x="7621" y="3947"/>
                </a:lnTo>
                <a:lnTo>
                  <a:pt x="6907" y="3947"/>
                </a:lnTo>
                <a:cubicBezTo>
                  <a:pt x="6835" y="3947"/>
                  <a:pt x="6764" y="3995"/>
                  <a:pt x="6764" y="4090"/>
                </a:cubicBezTo>
                <a:cubicBezTo>
                  <a:pt x="6764" y="4162"/>
                  <a:pt x="6835" y="4233"/>
                  <a:pt x="6907" y="4233"/>
                </a:cubicBezTo>
                <a:lnTo>
                  <a:pt x="9574" y="4233"/>
                </a:lnTo>
                <a:cubicBezTo>
                  <a:pt x="9717" y="4233"/>
                  <a:pt x="9812" y="4352"/>
                  <a:pt x="9812" y="4471"/>
                </a:cubicBezTo>
                <a:lnTo>
                  <a:pt x="9812" y="8972"/>
                </a:lnTo>
                <a:cubicBezTo>
                  <a:pt x="9812" y="9330"/>
                  <a:pt x="9550" y="9591"/>
                  <a:pt x="9193" y="9591"/>
                </a:cubicBezTo>
                <a:lnTo>
                  <a:pt x="1596" y="9591"/>
                </a:lnTo>
                <a:cubicBezTo>
                  <a:pt x="1739" y="9425"/>
                  <a:pt x="1834" y="9210"/>
                  <a:pt x="1834" y="8972"/>
                </a:cubicBezTo>
                <a:lnTo>
                  <a:pt x="1834" y="7353"/>
                </a:lnTo>
                <a:cubicBezTo>
                  <a:pt x="1834" y="7281"/>
                  <a:pt x="1763" y="7210"/>
                  <a:pt x="1667" y="7210"/>
                </a:cubicBezTo>
                <a:cubicBezTo>
                  <a:pt x="1596" y="7210"/>
                  <a:pt x="1524" y="7281"/>
                  <a:pt x="1524" y="7353"/>
                </a:cubicBezTo>
                <a:lnTo>
                  <a:pt x="1524" y="8972"/>
                </a:lnTo>
                <a:cubicBezTo>
                  <a:pt x="1524" y="9330"/>
                  <a:pt x="1262" y="9591"/>
                  <a:pt x="905" y="9591"/>
                </a:cubicBezTo>
                <a:cubicBezTo>
                  <a:pt x="572" y="9591"/>
                  <a:pt x="286" y="9330"/>
                  <a:pt x="286" y="8972"/>
                </a:cubicBezTo>
                <a:lnTo>
                  <a:pt x="286" y="2590"/>
                </a:lnTo>
                <a:cubicBezTo>
                  <a:pt x="286" y="2447"/>
                  <a:pt x="405" y="2328"/>
                  <a:pt x="548" y="2328"/>
                </a:cubicBezTo>
                <a:lnTo>
                  <a:pt x="834" y="2328"/>
                </a:lnTo>
                <a:lnTo>
                  <a:pt x="1120" y="3066"/>
                </a:lnTo>
                <a:cubicBezTo>
                  <a:pt x="1155" y="3120"/>
                  <a:pt x="1204" y="3147"/>
                  <a:pt x="1257" y="3147"/>
                </a:cubicBezTo>
                <a:cubicBezTo>
                  <a:pt x="1274" y="3147"/>
                  <a:pt x="1292" y="3144"/>
                  <a:pt x="1310" y="3138"/>
                </a:cubicBezTo>
                <a:cubicBezTo>
                  <a:pt x="1382" y="3114"/>
                  <a:pt x="1429" y="3019"/>
                  <a:pt x="1405" y="2947"/>
                </a:cubicBezTo>
                <a:lnTo>
                  <a:pt x="953" y="1876"/>
                </a:lnTo>
                <a:cubicBezTo>
                  <a:pt x="929" y="1852"/>
                  <a:pt x="953" y="1804"/>
                  <a:pt x="977" y="1804"/>
                </a:cubicBezTo>
                <a:lnTo>
                  <a:pt x="4430" y="352"/>
                </a:lnTo>
                <a:close/>
                <a:moveTo>
                  <a:pt x="4513" y="0"/>
                </a:moveTo>
                <a:cubicBezTo>
                  <a:pt x="4495" y="0"/>
                  <a:pt x="4477" y="6"/>
                  <a:pt x="4454" y="18"/>
                </a:cubicBezTo>
                <a:lnTo>
                  <a:pt x="858" y="1518"/>
                </a:lnTo>
                <a:cubicBezTo>
                  <a:pt x="691" y="1590"/>
                  <a:pt x="596" y="1804"/>
                  <a:pt x="667" y="1971"/>
                </a:cubicBezTo>
                <a:lnTo>
                  <a:pt x="691" y="2042"/>
                </a:lnTo>
                <a:lnTo>
                  <a:pt x="548" y="2042"/>
                </a:lnTo>
                <a:cubicBezTo>
                  <a:pt x="238" y="2042"/>
                  <a:pt x="0" y="2280"/>
                  <a:pt x="0" y="2590"/>
                </a:cubicBezTo>
                <a:lnTo>
                  <a:pt x="0" y="8972"/>
                </a:lnTo>
                <a:cubicBezTo>
                  <a:pt x="0" y="9472"/>
                  <a:pt x="405" y="9877"/>
                  <a:pt x="905" y="9877"/>
                </a:cubicBezTo>
                <a:lnTo>
                  <a:pt x="9193" y="9877"/>
                </a:lnTo>
                <a:cubicBezTo>
                  <a:pt x="9717" y="9877"/>
                  <a:pt x="10121" y="9472"/>
                  <a:pt x="10121" y="8972"/>
                </a:cubicBezTo>
                <a:lnTo>
                  <a:pt x="10121" y="4471"/>
                </a:lnTo>
                <a:cubicBezTo>
                  <a:pt x="10121" y="4162"/>
                  <a:pt x="9860" y="3924"/>
                  <a:pt x="9574" y="3924"/>
                </a:cubicBezTo>
                <a:lnTo>
                  <a:pt x="9336" y="3924"/>
                </a:lnTo>
                <a:lnTo>
                  <a:pt x="9336" y="1542"/>
                </a:lnTo>
                <a:cubicBezTo>
                  <a:pt x="9336" y="1233"/>
                  <a:pt x="9097" y="994"/>
                  <a:pt x="8788" y="994"/>
                </a:cubicBezTo>
                <a:lnTo>
                  <a:pt x="6716" y="994"/>
                </a:lnTo>
                <a:lnTo>
                  <a:pt x="6692" y="923"/>
                </a:lnTo>
                <a:cubicBezTo>
                  <a:pt x="6668" y="899"/>
                  <a:pt x="6645" y="852"/>
                  <a:pt x="6621" y="852"/>
                </a:cubicBezTo>
                <a:lnTo>
                  <a:pt x="4573" y="18"/>
                </a:lnTo>
                <a:cubicBezTo>
                  <a:pt x="4549" y="6"/>
                  <a:pt x="4531" y="0"/>
                  <a:pt x="4513" y="0"/>
                </a:cubicBezTo>
                <a:close/>
              </a:path>
            </a:pathLst>
          </a:cu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8" name="Google Shape;2823;p94">
            <a:extLst xmlns:a="http://schemas.openxmlformats.org/drawingml/2006/main">
              <a:ext uri="{FF2B5EF4-FFF2-40B4-BE49-F238E27FC236}">
                <a16:creationId xmlns:a16="http://schemas.microsoft.com/office/drawing/2014/main" id="{06B94662-6FE6-4CF5-B934-EE5CBA83D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07750" y="1881793"/>
            <a:ext cx="370213" cy="348361"/>
          </a:xfrm>
          <a:custGeom xmlns:a="http://schemas.openxmlformats.org/drawingml/2006/main">
            <a:rect l="l" t="t" r="r" b="b"/>
            <a:pathLst>
              <a:path w="5074" h="4704">
                <a:moveTo>
                  <a:pt x="2760" y="301"/>
                </a:moveTo>
                <a:cubicBezTo>
                  <a:pt x="2892" y="301"/>
                  <a:pt x="3021" y="325"/>
                  <a:pt x="3144" y="370"/>
                </a:cubicBezTo>
                <a:cubicBezTo>
                  <a:pt x="3430" y="489"/>
                  <a:pt x="3645" y="703"/>
                  <a:pt x="3740" y="965"/>
                </a:cubicBezTo>
                <a:cubicBezTo>
                  <a:pt x="3859" y="1227"/>
                  <a:pt x="3859" y="1513"/>
                  <a:pt x="3764" y="1775"/>
                </a:cubicBezTo>
                <a:lnTo>
                  <a:pt x="3287" y="1775"/>
                </a:lnTo>
                <a:cubicBezTo>
                  <a:pt x="3335" y="1679"/>
                  <a:pt x="3359" y="1560"/>
                  <a:pt x="3311" y="1441"/>
                </a:cubicBezTo>
                <a:cubicBezTo>
                  <a:pt x="3264" y="1346"/>
                  <a:pt x="3168" y="1275"/>
                  <a:pt x="3073" y="1227"/>
                </a:cubicBezTo>
                <a:cubicBezTo>
                  <a:pt x="3025" y="1203"/>
                  <a:pt x="2972" y="1191"/>
                  <a:pt x="2918" y="1191"/>
                </a:cubicBezTo>
                <a:cubicBezTo>
                  <a:pt x="2865" y="1191"/>
                  <a:pt x="2811" y="1203"/>
                  <a:pt x="2763" y="1227"/>
                </a:cubicBezTo>
                <a:lnTo>
                  <a:pt x="2621" y="1298"/>
                </a:lnTo>
                <a:cubicBezTo>
                  <a:pt x="2607" y="1303"/>
                  <a:pt x="2594" y="1305"/>
                  <a:pt x="2581" y="1305"/>
                </a:cubicBezTo>
                <a:cubicBezTo>
                  <a:pt x="2524" y="1305"/>
                  <a:pt x="2473" y="1266"/>
                  <a:pt x="2454" y="1227"/>
                </a:cubicBezTo>
                <a:cubicBezTo>
                  <a:pt x="2430" y="1155"/>
                  <a:pt x="2478" y="1108"/>
                  <a:pt x="2525" y="1084"/>
                </a:cubicBezTo>
                <a:lnTo>
                  <a:pt x="2668" y="1013"/>
                </a:lnTo>
                <a:cubicBezTo>
                  <a:pt x="2692" y="1001"/>
                  <a:pt x="2710" y="995"/>
                  <a:pt x="2728" y="995"/>
                </a:cubicBezTo>
                <a:cubicBezTo>
                  <a:pt x="2746" y="995"/>
                  <a:pt x="2763" y="1001"/>
                  <a:pt x="2787" y="1013"/>
                </a:cubicBezTo>
                <a:cubicBezTo>
                  <a:pt x="2815" y="1031"/>
                  <a:pt x="2842" y="1039"/>
                  <a:pt x="2868" y="1039"/>
                </a:cubicBezTo>
                <a:cubicBezTo>
                  <a:pt x="2910" y="1039"/>
                  <a:pt x="2948" y="1018"/>
                  <a:pt x="2978" y="989"/>
                </a:cubicBezTo>
                <a:cubicBezTo>
                  <a:pt x="3025" y="917"/>
                  <a:pt x="3002" y="822"/>
                  <a:pt x="2954" y="774"/>
                </a:cubicBezTo>
                <a:cubicBezTo>
                  <a:pt x="2892" y="728"/>
                  <a:pt x="2821" y="702"/>
                  <a:pt x="2746" y="702"/>
                </a:cubicBezTo>
                <a:cubicBezTo>
                  <a:pt x="2705" y="702"/>
                  <a:pt x="2663" y="710"/>
                  <a:pt x="2621" y="727"/>
                </a:cubicBezTo>
                <a:lnTo>
                  <a:pt x="2597" y="679"/>
                </a:lnTo>
                <a:cubicBezTo>
                  <a:pt x="2577" y="620"/>
                  <a:pt x="2509" y="578"/>
                  <a:pt x="2446" y="578"/>
                </a:cubicBezTo>
                <a:cubicBezTo>
                  <a:pt x="2432" y="578"/>
                  <a:pt x="2419" y="580"/>
                  <a:pt x="2406" y="584"/>
                </a:cubicBezTo>
                <a:cubicBezTo>
                  <a:pt x="2335" y="632"/>
                  <a:pt x="2311" y="703"/>
                  <a:pt x="2335" y="774"/>
                </a:cubicBezTo>
                <a:lnTo>
                  <a:pt x="2359" y="822"/>
                </a:lnTo>
                <a:cubicBezTo>
                  <a:pt x="2192" y="941"/>
                  <a:pt x="2120" y="1155"/>
                  <a:pt x="2192" y="1346"/>
                </a:cubicBezTo>
                <a:cubicBezTo>
                  <a:pt x="2264" y="1490"/>
                  <a:pt x="2418" y="1594"/>
                  <a:pt x="2582" y="1594"/>
                </a:cubicBezTo>
                <a:cubicBezTo>
                  <a:pt x="2635" y="1594"/>
                  <a:pt x="2688" y="1583"/>
                  <a:pt x="2740" y="1560"/>
                </a:cubicBezTo>
                <a:lnTo>
                  <a:pt x="2882" y="1489"/>
                </a:lnTo>
                <a:lnTo>
                  <a:pt x="2978" y="1489"/>
                </a:lnTo>
                <a:cubicBezTo>
                  <a:pt x="3002" y="1513"/>
                  <a:pt x="3025" y="1537"/>
                  <a:pt x="3025" y="1560"/>
                </a:cubicBezTo>
                <a:cubicBezTo>
                  <a:pt x="3049" y="1608"/>
                  <a:pt x="3025" y="1679"/>
                  <a:pt x="2978" y="1703"/>
                </a:cubicBezTo>
                <a:lnTo>
                  <a:pt x="2811" y="1775"/>
                </a:lnTo>
                <a:lnTo>
                  <a:pt x="2763" y="1775"/>
                </a:lnTo>
                <a:cubicBezTo>
                  <a:pt x="2740" y="1775"/>
                  <a:pt x="2716" y="1775"/>
                  <a:pt x="2692" y="1751"/>
                </a:cubicBezTo>
                <a:cubicBezTo>
                  <a:pt x="2668" y="1715"/>
                  <a:pt x="2632" y="1697"/>
                  <a:pt x="2594" y="1697"/>
                </a:cubicBezTo>
                <a:cubicBezTo>
                  <a:pt x="2555" y="1697"/>
                  <a:pt x="2513" y="1715"/>
                  <a:pt x="2478" y="1751"/>
                </a:cubicBezTo>
                <a:cubicBezTo>
                  <a:pt x="2478" y="1751"/>
                  <a:pt x="2478" y="1775"/>
                  <a:pt x="2454" y="1775"/>
                </a:cubicBezTo>
                <a:lnTo>
                  <a:pt x="1739" y="1775"/>
                </a:lnTo>
                <a:cubicBezTo>
                  <a:pt x="1620" y="1513"/>
                  <a:pt x="1620" y="1227"/>
                  <a:pt x="1739" y="965"/>
                </a:cubicBezTo>
                <a:cubicBezTo>
                  <a:pt x="1835" y="703"/>
                  <a:pt x="2049" y="489"/>
                  <a:pt x="2311" y="393"/>
                </a:cubicBezTo>
                <a:cubicBezTo>
                  <a:pt x="2462" y="331"/>
                  <a:pt x="2613" y="301"/>
                  <a:pt x="2760" y="301"/>
                </a:cubicBezTo>
                <a:close/>
                <a:moveTo>
                  <a:pt x="2740" y="0"/>
                </a:moveTo>
                <a:cubicBezTo>
                  <a:pt x="2561" y="0"/>
                  <a:pt x="2382" y="36"/>
                  <a:pt x="2216" y="108"/>
                </a:cubicBezTo>
                <a:cubicBezTo>
                  <a:pt x="1858" y="251"/>
                  <a:pt x="1596" y="512"/>
                  <a:pt x="1454" y="846"/>
                </a:cubicBezTo>
                <a:cubicBezTo>
                  <a:pt x="1335" y="1155"/>
                  <a:pt x="1311" y="1489"/>
                  <a:pt x="1406" y="1775"/>
                </a:cubicBezTo>
                <a:lnTo>
                  <a:pt x="739" y="1775"/>
                </a:lnTo>
                <a:cubicBezTo>
                  <a:pt x="644" y="1775"/>
                  <a:pt x="572" y="1798"/>
                  <a:pt x="501" y="1822"/>
                </a:cubicBezTo>
                <a:lnTo>
                  <a:pt x="311" y="1394"/>
                </a:lnTo>
                <a:cubicBezTo>
                  <a:pt x="293" y="1342"/>
                  <a:pt x="239" y="1303"/>
                  <a:pt x="183" y="1303"/>
                </a:cubicBezTo>
                <a:cubicBezTo>
                  <a:pt x="162" y="1303"/>
                  <a:pt x="140" y="1309"/>
                  <a:pt x="120" y="1322"/>
                </a:cubicBezTo>
                <a:cubicBezTo>
                  <a:pt x="49" y="1346"/>
                  <a:pt x="1" y="1441"/>
                  <a:pt x="49" y="1513"/>
                </a:cubicBezTo>
                <a:lnTo>
                  <a:pt x="263" y="2037"/>
                </a:lnTo>
                <a:cubicBezTo>
                  <a:pt x="215" y="2132"/>
                  <a:pt x="191" y="2227"/>
                  <a:pt x="191" y="2322"/>
                </a:cubicBezTo>
                <a:lnTo>
                  <a:pt x="191" y="4537"/>
                </a:lnTo>
                <a:cubicBezTo>
                  <a:pt x="191" y="4632"/>
                  <a:pt x="263" y="4704"/>
                  <a:pt x="334" y="4704"/>
                </a:cubicBezTo>
                <a:cubicBezTo>
                  <a:pt x="430" y="4704"/>
                  <a:pt x="501" y="4632"/>
                  <a:pt x="501" y="4537"/>
                </a:cubicBezTo>
                <a:lnTo>
                  <a:pt x="501" y="2322"/>
                </a:lnTo>
                <a:cubicBezTo>
                  <a:pt x="501" y="2179"/>
                  <a:pt x="596" y="2084"/>
                  <a:pt x="739" y="2084"/>
                </a:cubicBezTo>
                <a:lnTo>
                  <a:pt x="4907" y="2084"/>
                </a:lnTo>
                <a:cubicBezTo>
                  <a:pt x="5002" y="2084"/>
                  <a:pt x="5073" y="2013"/>
                  <a:pt x="5073" y="1918"/>
                </a:cubicBezTo>
                <a:cubicBezTo>
                  <a:pt x="5073" y="1846"/>
                  <a:pt x="5002" y="1775"/>
                  <a:pt x="4907" y="1775"/>
                </a:cubicBezTo>
                <a:lnTo>
                  <a:pt x="4073" y="1775"/>
                </a:lnTo>
                <a:cubicBezTo>
                  <a:pt x="4168" y="1465"/>
                  <a:pt x="4145" y="1155"/>
                  <a:pt x="4026" y="846"/>
                </a:cubicBezTo>
                <a:cubicBezTo>
                  <a:pt x="3883" y="512"/>
                  <a:pt x="3597" y="251"/>
                  <a:pt x="3264" y="108"/>
                </a:cubicBezTo>
                <a:cubicBezTo>
                  <a:pt x="3097" y="36"/>
                  <a:pt x="2918" y="0"/>
                  <a:pt x="2740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89" name="Google Shape;2824;p94">
            <a:extLst xmlns:a="http://schemas.openxmlformats.org/drawingml/2006/main">
              <a:ext uri="{FF2B5EF4-FFF2-40B4-BE49-F238E27FC236}">
                <a16:creationId xmlns:a16="http://schemas.microsoft.com/office/drawing/2014/main" id="{02B037F2-DC45-4341-8A79-CB3209AED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23435" y="1838099"/>
            <a:ext cx="102586" cy="55245"/>
          </a:xfrm>
          <a:custGeom xmlns:a="http://schemas.openxmlformats.org/drawingml/2006/main">
            <a:rect l="l" t="t" r="r" b="b"/>
            <a:pathLst>
              <a:path w="1406" h="746">
                <a:moveTo>
                  <a:pt x="1207" y="1"/>
                </a:moveTo>
                <a:cubicBezTo>
                  <a:pt x="1193" y="1"/>
                  <a:pt x="1180" y="3"/>
                  <a:pt x="1167" y="7"/>
                </a:cubicBezTo>
                <a:lnTo>
                  <a:pt x="119" y="460"/>
                </a:lnTo>
                <a:cubicBezTo>
                  <a:pt x="48" y="483"/>
                  <a:pt x="0" y="579"/>
                  <a:pt x="24" y="650"/>
                </a:cubicBezTo>
                <a:cubicBezTo>
                  <a:pt x="48" y="721"/>
                  <a:pt x="119" y="745"/>
                  <a:pt x="167" y="745"/>
                </a:cubicBezTo>
                <a:lnTo>
                  <a:pt x="215" y="745"/>
                </a:lnTo>
                <a:lnTo>
                  <a:pt x="1286" y="293"/>
                </a:lnTo>
                <a:cubicBezTo>
                  <a:pt x="1358" y="269"/>
                  <a:pt x="1405" y="174"/>
                  <a:pt x="1358" y="102"/>
                </a:cubicBezTo>
                <a:cubicBezTo>
                  <a:pt x="1338" y="44"/>
                  <a:pt x="1270" y="1"/>
                  <a:pt x="120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0" name="Google Shape;2825;p94">
            <a:extLst xmlns:a="http://schemas.openxmlformats.org/drawingml/2006/main">
              <a:ext uri="{FF2B5EF4-FFF2-40B4-BE49-F238E27FC236}">
                <a16:creationId xmlns:a16="http://schemas.microsoft.com/office/drawing/2014/main" id="{C50B4741-907E-42DE-BA0B-3176B42E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39050" y="1891866"/>
            <a:ext cx="55670" cy="34955"/>
          </a:xfrm>
          <a:custGeom xmlns:a="http://schemas.openxmlformats.org/drawingml/2006/main">
            <a:rect l="l" t="t" r="r" b="b"/>
            <a:pathLst>
              <a:path w="763" h="472">
                <a:moveTo>
                  <a:pt x="599" y="0"/>
                </a:moveTo>
                <a:cubicBezTo>
                  <a:pt x="576" y="0"/>
                  <a:pt x="551" y="6"/>
                  <a:pt x="525" y="19"/>
                </a:cubicBezTo>
                <a:lnTo>
                  <a:pt x="96" y="186"/>
                </a:lnTo>
                <a:cubicBezTo>
                  <a:pt x="24" y="234"/>
                  <a:pt x="1" y="305"/>
                  <a:pt x="24" y="376"/>
                </a:cubicBezTo>
                <a:cubicBezTo>
                  <a:pt x="48" y="448"/>
                  <a:pt x="96" y="472"/>
                  <a:pt x="167" y="472"/>
                </a:cubicBezTo>
                <a:lnTo>
                  <a:pt x="215" y="472"/>
                </a:lnTo>
                <a:lnTo>
                  <a:pt x="644" y="281"/>
                </a:lnTo>
                <a:cubicBezTo>
                  <a:pt x="715" y="257"/>
                  <a:pt x="763" y="162"/>
                  <a:pt x="739" y="91"/>
                </a:cubicBezTo>
                <a:cubicBezTo>
                  <a:pt x="705" y="39"/>
                  <a:pt x="658" y="0"/>
                  <a:pt x="599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1" name="Google Shape;2826;p94">
            <a:extLst xmlns:a="http://schemas.openxmlformats.org/drawingml/2006/main">
              <a:ext uri="{FF2B5EF4-FFF2-40B4-BE49-F238E27FC236}">
                <a16:creationId xmlns:a16="http://schemas.microsoft.com/office/drawing/2014/main" id="{36AB534A-DCD7-4445-B575-A5862273C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35907"/>
            <a:ext cx="76537" cy="21254"/>
          </a:xfrm>
          <a:custGeom xmlns:a="http://schemas.openxmlformats.org/drawingml/2006/main">
            <a:rect l="l" t="t" r="r" b="b"/>
            <a:pathLst>
              <a:path w="1049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6"/>
                  <a:pt x="143" y="286"/>
                </a:cubicBezTo>
                <a:lnTo>
                  <a:pt x="905" y="286"/>
                </a:lnTo>
                <a:cubicBezTo>
                  <a:pt x="977" y="286"/>
                  <a:pt x="1048" y="215"/>
                  <a:pt x="1048" y="144"/>
                </a:cubicBezTo>
                <a:cubicBezTo>
                  <a:pt x="1048" y="48"/>
                  <a:pt x="977" y="1"/>
                  <a:pt x="90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2" name="Google Shape;2827;p94">
            <a:extLst xmlns:a="http://schemas.openxmlformats.org/drawingml/2006/main">
              <a:ext uri="{FF2B5EF4-FFF2-40B4-BE49-F238E27FC236}">
                <a16:creationId xmlns:a16="http://schemas.microsoft.com/office/drawing/2014/main" id="{B5DD2815-B50D-4491-A04C-6F99AB023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5889467" y="2374713"/>
            <a:ext cx="177299" cy="23030"/>
          </a:xfrm>
          <a:custGeom xmlns:a="http://schemas.openxmlformats.org/drawingml/2006/main">
            <a:rect l="l" t="t" r="r" b="b"/>
            <a:pathLst>
              <a:path w="2430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86" y="310"/>
                </a:lnTo>
                <a:cubicBezTo>
                  <a:pt x="2358" y="310"/>
                  <a:pt x="2429" y="239"/>
                  <a:pt x="2429" y="143"/>
                </a:cubicBezTo>
                <a:cubicBezTo>
                  <a:pt x="2429" y="72"/>
                  <a:pt x="2358" y="1"/>
                  <a:pt x="2286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8" name="Google Shape;2806;p94">
            <a:extLst xmlns:a="http://schemas.openxmlformats.org/drawingml/2006/main">
              <a:ext uri="{FF2B5EF4-FFF2-40B4-BE49-F238E27FC236}">
                <a16:creationId xmlns:a16="http://schemas.microsoft.com/office/drawing/2014/main" id="{DF5EB72A-9714-47B1-AA38-FD4B1CF31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757324" y="1749715"/>
            <a:ext cx="738604" cy="694944"/>
          </a:xfrm>
          <a:custGeom xmlns:a="http://schemas.openxmlformats.org/drawingml/2006/main">
            <a:rect l="l" t="t" r="r" b="b"/>
            <a:pathLst>
              <a:path w="10123" h="9384">
                <a:moveTo>
                  <a:pt x="5073" y="8550"/>
                </a:moveTo>
                <a:cubicBezTo>
                  <a:pt x="5216" y="8550"/>
                  <a:pt x="5335" y="8669"/>
                  <a:pt x="5335" y="8812"/>
                </a:cubicBezTo>
                <a:cubicBezTo>
                  <a:pt x="5335" y="8954"/>
                  <a:pt x="5216" y="9097"/>
                  <a:pt x="5073" y="9097"/>
                </a:cubicBezTo>
                <a:cubicBezTo>
                  <a:pt x="4907" y="9097"/>
                  <a:pt x="4788" y="8954"/>
                  <a:pt x="4788" y="8812"/>
                </a:cubicBezTo>
                <a:cubicBezTo>
                  <a:pt x="4788" y="8669"/>
                  <a:pt x="4907" y="8550"/>
                  <a:pt x="5073" y="8550"/>
                </a:cubicBezTo>
                <a:close/>
                <a:moveTo>
                  <a:pt x="358" y="0"/>
                </a:moveTo>
                <a:cubicBezTo>
                  <a:pt x="168" y="0"/>
                  <a:pt x="1" y="167"/>
                  <a:pt x="1" y="357"/>
                </a:cubicBezTo>
                <a:lnTo>
                  <a:pt x="1" y="953"/>
                </a:lnTo>
                <a:cubicBezTo>
                  <a:pt x="1" y="1143"/>
                  <a:pt x="144" y="1286"/>
                  <a:pt x="334" y="1286"/>
                </a:cubicBezTo>
                <a:lnTo>
                  <a:pt x="334" y="5168"/>
                </a:lnTo>
                <a:cubicBezTo>
                  <a:pt x="334" y="5239"/>
                  <a:pt x="406" y="5311"/>
                  <a:pt x="477" y="5311"/>
                </a:cubicBezTo>
                <a:cubicBezTo>
                  <a:pt x="572" y="5311"/>
                  <a:pt x="644" y="5263"/>
                  <a:pt x="644" y="5168"/>
                </a:cubicBezTo>
                <a:lnTo>
                  <a:pt x="644" y="1286"/>
                </a:lnTo>
                <a:lnTo>
                  <a:pt x="7741" y="1286"/>
                </a:lnTo>
                <a:cubicBezTo>
                  <a:pt x="7812" y="1286"/>
                  <a:pt x="7884" y="1239"/>
                  <a:pt x="7884" y="1143"/>
                </a:cubicBezTo>
                <a:cubicBezTo>
                  <a:pt x="7884" y="1072"/>
                  <a:pt x="7812" y="1000"/>
                  <a:pt x="7741" y="1000"/>
                </a:cubicBezTo>
                <a:lnTo>
                  <a:pt x="358" y="1000"/>
                </a:lnTo>
                <a:cubicBezTo>
                  <a:pt x="334" y="1000"/>
                  <a:pt x="311" y="977"/>
                  <a:pt x="311" y="953"/>
                </a:cubicBezTo>
                <a:lnTo>
                  <a:pt x="311" y="357"/>
                </a:lnTo>
                <a:cubicBezTo>
                  <a:pt x="311" y="310"/>
                  <a:pt x="334" y="286"/>
                  <a:pt x="358" y="286"/>
                </a:cubicBezTo>
                <a:lnTo>
                  <a:pt x="9789" y="286"/>
                </a:lnTo>
                <a:cubicBezTo>
                  <a:pt x="9812" y="286"/>
                  <a:pt x="9836" y="334"/>
                  <a:pt x="9836" y="357"/>
                </a:cubicBezTo>
                <a:lnTo>
                  <a:pt x="9836" y="953"/>
                </a:lnTo>
                <a:cubicBezTo>
                  <a:pt x="9836" y="977"/>
                  <a:pt x="9812" y="1000"/>
                  <a:pt x="9789" y="1000"/>
                </a:cubicBezTo>
                <a:lnTo>
                  <a:pt x="8407" y="1000"/>
                </a:lnTo>
                <a:cubicBezTo>
                  <a:pt x="8312" y="1000"/>
                  <a:pt x="8241" y="1072"/>
                  <a:pt x="8241" y="1143"/>
                </a:cubicBezTo>
                <a:cubicBezTo>
                  <a:pt x="8241" y="1239"/>
                  <a:pt x="8312" y="1286"/>
                  <a:pt x="8407" y="1286"/>
                </a:cubicBezTo>
                <a:lnTo>
                  <a:pt x="9503" y="1286"/>
                </a:lnTo>
                <a:lnTo>
                  <a:pt x="9503" y="7335"/>
                </a:lnTo>
                <a:cubicBezTo>
                  <a:pt x="9503" y="7359"/>
                  <a:pt x="9479" y="7383"/>
                  <a:pt x="9455" y="7383"/>
                </a:cubicBezTo>
                <a:lnTo>
                  <a:pt x="692" y="7383"/>
                </a:lnTo>
                <a:cubicBezTo>
                  <a:pt x="668" y="7383"/>
                  <a:pt x="644" y="7359"/>
                  <a:pt x="644" y="7335"/>
                </a:cubicBezTo>
                <a:lnTo>
                  <a:pt x="644" y="5835"/>
                </a:lnTo>
                <a:cubicBezTo>
                  <a:pt x="644" y="5740"/>
                  <a:pt x="572" y="5692"/>
                  <a:pt x="477" y="5692"/>
                </a:cubicBezTo>
                <a:cubicBezTo>
                  <a:pt x="406" y="5692"/>
                  <a:pt x="334" y="5740"/>
                  <a:pt x="334" y="5835"/>
                </a:cubicBezTo>
                <a:lnTo>
                  <a:pt x="334" y="7335"/>
                </a:lnTo>
                <a:cubicBezTo>
                  <a:pt x="334" y="7526"/>
                  <a:pt x="501" y="7668"/>
                  <a:pt x="692" y="7668"/>
                </a:cubicBezTo>
                <a:lnTo>
                  <a:pt x="4907" y="7668"/>
                </a:lnTo>
                <a:lnTo>
                  <a:pt x="4907" y="8264"/>
                </a:lnTo>
                <a:cubicBezTo>
                  <a:pt x="4669" y="8335"/>
                  <a:pt x="4502" y="8550"/>
                  <a:pt x="4502" y="8812"/>
                </a:cubicBezTo>
                <a:cubicBezTo>
                  <a:pt x="4502" y="9121"/>
                  <a:pt x="4740" y="9383"/>
                  <a:pt x="5073" y="9383"/>
                </a:cubicBezTo>
                <a:cubicBezTo>
                  <a:pt x="5383" y="9383"/>
                  <a:pt x="5621" y="9121"/>
                  <a:pt x="5621" y="8812"/>
                </a:cubicBezTo>
                <a:cubicBezTo>
                  <a:pt x="5621" y="8550"/>
                  <a:pt x="5454" y="8335"/>
                  <a:pt x="5216" y="8264"/>
                </a:cubicBezTo>
                <a:lnTo>
                  <a:pt x="5216" y="7668"/>
                </a:lnTo>
                <a:lnTo>
                  <a:pt x="9431" y="7668"/>
                </a:lnTo>
                <a:cubicBezTo>
                  <a:pt x="9622" y="7668"/>
                  <a:pt x="9789" y="7526"/>
                  <a:pt x="9789" y="7335"/>
                </a:cubicBezTo>
                <a:lnTo>
                  <a:pt x="9789" y="1286"/>
                </a:lnTo>
                <a:cubicBezTo>
                  <a:pt x="9979" y="1286"/>
                  <a:pt x="10122" y="1143"/>
                  <a:pt x="10122" y="953"/>
                </a:cubicBezTo>
                <a:lnTo>
                  <a:pt x="10122" y="357"/>
                </a:lnTo>
                <a:cubicBezTo>
                  <a:pt x="10122" y="167"/>
                  <a:pt x="9979" y="0"/>
                  <a:pt x="9789" y="0"/>
                </a:cubicBezTo>
                <a:close/>
              </a:path>
            </a:pathLst>
          </a:custGeom>
          <a:solidFill xmlns:a="http://schemas.openxmlformats.org/drawingml/2006/main">
            <a:srgbClr val="FD0C50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99" name="Google Shape;2807;p94">
            <a:extLst xmlns:a="http://schemas.openxmlformats.org/drawingml/2006/main">
              <a:ext uri="{FF2B5EF4-FFF2-40B4-BE49-F238E27FC236}">
                <a16:creationId xmlns:a16="http://schemas.microsoft.com/office/drawing/2014/main" id="{03D26D72-6983-4EF2-8819-908F4C3C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15126" y="2192350"/>
            <a:ext cx="99083" cy="21254"/>
          </a:xfrm>
          <a:custGeom xmlns:a="http://schemas.openxmlformats.org/drawingml/2006/main">
            <a:rect l="l" t="t" r="r" b="b"/>
            <a:pathLst>
              <a:path w="1358" h="287">
                <a:moveTo>
                  <a:pt x="167" y="1"/>
                </a:moveTo>
                <a:cubicBezTo>
                  <a:pt x="72" y="1"/>
                  <a:pt x="0" y="72"/>
                  <a:pt x="0" y="144"/>
                </a:cubicBezTo>
                <a:cubicBezTo>
                  <a:pt x="0" y="239"/>
                  <a:pt x="72" y="286"/>
                  <a:pt x="167" y="286"/>
                </a:cubicBezTo>
                <a:lnTo>
                  <a:pt x="1191" y="286"/>
                </a:lnTo>
                <a:cubicBezTo>
                  <a:pt x="1286" y="286"/>
                  <a:pt x="1358" y="239"/>
                  <a:pt x="1358" y="144"/>
                </a:cubicBezTo>
                <a:cubicBezTo>
                  <a:pt x="1334" y="72"/>
                  <a:pt x="1286" y="1"/>
                  <a:pt x="119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0" name="Google Shape;2808;p94">
            <a:extLst xmlns:a="http://schemas.openxmlformats.org/drawingml/2006/main">
              <a:ext uri="{FF2B5EF4-FFF2-40B4-BE49-F238E27FC236}">
                <a16:creationId xmlns:a16="http://schemas.microsoft.com/office/drawing/2014/main" id="{F73A84BD-EA2A-4D95-A6B3-BA2F7CC3F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231154"/>
            <a:ext cx="173796" cy="23030"/>
          </a:xfrm>
          <a:custGeom xmlns:a="http://schemas.openxmlformats.org/drawingml/2006/main">
            <a:rect l="l" t="t" r="r" b="b"/>
            <a:pathLst>
              <a:path w="2382" h="311">
                <a:moveTo>
                  <a:pt x="143" y="1"/>
                </a:moveTo>
                <a:cubicBezTo>
                  <a:pt x="72" y="1"/>
                  <a:pt x="0" y="72"/>
                  <a:pt x="0" y="143"/>
                </a:cubicBezTo>
                <a:cubicBezTo>
                  <a:pt x="0" y="239"/>
                  <a:pt x="72" y="310"/>
                  <a:pt x="143" y="310"/>
                </a:cubicBezTo>
                <a:lnTo>
                  <a:pt x="2215" y="310"/>
                </a:lnTo>
                <a:cubicBezTo>
                  <a:pt x="2310" y="310"/>
                  <a:pt x="2382" y="239"/>
                  <a:pt x="2382" y="143"/>
                </a:cubicBezTo>
                <a:cubicBezTo>
                  <a:pt x="2382" y="72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1" name="Google Shape;2809;p94">
            <a:extLst xmlns:a="http://schemas.openxmlformats.org/drawingml/2006/main">
              <a:ext uri="{FF2B5EF4-FFF2-40B4-BE49-F238E27FC236}">
                <a16:creationId xmlns:a16="http://schemas.microsoft.com/office/drawing/2014/main" id="{790C7646-D6B3-419D-BDF3-09F1AA2B3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03160"/>
            <a:ext cx="36555" cy="22957"/>
          </a:xfrm>
          <a:custGeom xmlns:a="http://schemas.openxmlformats.org/drawingml/2006/main">
            <a:rect l="l" t="t" r="r" b="b"/>
            <a:pathLst>
              <a:path w="501" h="310">
                <a:moveTo>
                  <a:pt x="143" y="0"/>
                </a:moveTo>
                <a:cubicBezTo>
                  <a:pt x="72" y="0"/>
                  <a:pt x="0" y="72"/>
                  <a:pt x="0" y="143"/>
                </a:cubicBezTo>
                <a:cubicBezTo>
                  <a:pt x="0" y="238"/>
                  <a:pt x="72" y="310"/>
                  <a:pt x="143" y="310"/>
                </a:cubicBezTo>
                <a:lnTo>
                  <a:pt x="334" y="310"/>
                </a:lnTo>
                <a:cubicBezTo>
                  <a:pt x="429" y="310"/>
                  <a:pt x="500" y="238"/>
                  <a:pt x="500" y="143"/>
                </a:cubicBezTo>
                <a:cubicBezTo>
                  <a:pt x="500" y="72"/>
                  <a:pt x="429" y="0"/>
                  <a:pt x="334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2" name="Google Shape;2810;p94">
            <a:extLst xmlns:a="http://schemas.openxmlformats.org/drawingml/2006/main">
              <a:ext uri="{FF2B5EF4-FFF2-40B4-BE49-F238E27FC236}">
                <a16:creationId xmlns:a16="http://schemas.microsoft.com/office/drawing/2014/main" id="{8FB3E07A-5D5E-4301-807A-B5A2E277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94259" y="1903160"/>
            <a:ext cx="119950" cy="22957"/>
          </a:xfrm>
          <a:custGeom xmlns:a="http://schemas.openxmlformats.org/drawingml/2006/main">
            <a:rect l="l" t="t" r="r" b="b"/>
            <a:pathLst>
              <a:path w="1644" h="310">
                <a:moveTo>
                  <a:pt x="143" y="0"/>
                </a:moveTo>
                <a:cubicBezTo>
                  <a:pt x="72" y="0"/>
                  <a:pt x="1" y="72"/>
                  <a:pt x="1" y="143"/>
                </a:cubicBezTo>
                <a:cubicBezTo>
                  <a:pt x="1" y="238"/>
                  <a:pt x="72" y="310"/>
                  <a:pt x="143" y="310"/>
                </a:cubicBezTo>
                <a:lnTo>
                  <a:pt x="1477" y="310"/>
                </a:lnTo>
                <a:cubicBezTo>
                  <a:pt x="1572" y="310"/>
                  <a:pt x="1644" y="238"/>
                  <a:pt x="1644" y="143"/>
                </a:cubicBezTo>
                <a:cubicBezTo>
                  <a:pt x="1644" y="72"/>
                  <a:pt x="1572" y="0"/>
                  <a:pt x="1477" y="0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3" name="Google Shape;2811;p94">
            <a:extLst xmlns:a="http://schemas.openxmlformats.org/drawingml/2006/main">
              <a:ext uri="{FF2B5EF4-FFF2-40B4-BE49-F238E27FC236}">
                <a16:creationId xmlns:a16="http://schemas.microsoft.com/office/drawing/2014/main" id="{EC9E0779-D157-4AE3-A4AE-1572197E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1943669"/>
            <a:ext cx="173796" cy="21254"/>
          </a:xfrm>
          <a:custGeom xmlns:a="http://schemas.openxmlformats.org/drawingml/2006/main">
            <a:rect l="l" t="t" r="r" b="b"/>
            <a:pathLst>
              <a:path w="2382" h="287">
                <a:moveTo>
                  <a:pt x="143" y="1"/>
                </a:moveTo>
                <a:cubicBezTo>
                  <a:pt x="72" y="1"/>
                  <a:pt x="0" y="48"/>
                  <a:pt x="0" y="144"/>
                </a:cubicBezTo>
                <a:cubicBezTo>
                  <a:pt x="0" y="215"/>
                  <a:pt x="72" y="287"/>
                  <a:pt x="143" y="287"/>
                </a:cubicBezTo>
                <a:lnTo>
                  <a:pt x="2215" y="287"/>
                </a:lnTo>
                <a:cubicBezTo>
                  <a:pt x="2310" y="287"/>
                  <a:pt x="2382" y="215"/>
                  <a:pt x="2382" y="144"/>
                </a:cubicBezTo>
                <a:cubicBezTo>
                  <a:pt x="2382" y="48"/>
                  <a:pt x="2310" y="1"/>
                  <a:pt x="2215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4" name="Google Shape;2812;p94">
            <a:extLst xmlns:a="http://schemas.openxmlformats.org/drawingml/2006/main">
              <a:ext uri="{FF2B5EF4-FFF2-40B4-BE49-F238E27FC236}">
                <a16:creationId xmlns:a16="http://schemas.microsoft.com/office/drawing/2014/main" id="{BCFE82E2-ACAF-448C-87DF-54984860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240413" y="2008912"/>
            <a:ext cx="173796" cy="141225"/>
          </a:xfrm>
          <a:custGeom xmlns:a="http://schemas.openxmlformats.org/drawingml/2006/main">
            <a:rect l="l" t="t" r="r" b="b"/>
            <a:pathLst>
              <a:path w="2382" h="1907">
                <a:moveTo>
                  <a:pt x="143" y="1"/>
                </a:moveTo>
                <a:cubicBezTo>
                  <a:pt x="48" y="1"/>
                  <a:pt x="0" y="49"/>
                  <a:pt x="0" y="144"/>
                </a:cubicBezTo>
                <a:lnTo>
                  <a:pt x="0" y="1763"/>
                </a:lnTo>
                <a:cubicBezTo>
                  <a:pt x="0" y="1835"/>
                  <a:pt x="72" y="1906"/>
                  <a:pt x="143" y="1906"/>
                </a:cubicBezTo>
                <a:lnTo>
                  <a:pt x="2215" y="1906"/>
                </a:lnTo>
                <a:cubicBezTo>
                  <a:pt x="2310" y="1906"/>
                  <a:pt x="2382" y="1835"/>
                  <a:pt x="2382" y="1763"/>
                </a:cubicBezTo>
                <a:cubicBezTo>
                  <a:pt x="2382" y="1668"/>
                  <a:pt x="2310" y="1597"/>
                  <a:pt x="2215" y="1597"/>
                </a:cubicBezTo>
                <a:lnTo>
                  <a:pt x="1858" y="1597"/>
                </a:lnTo>
                <a:lnTo>
                  <a:pt x="1858" y="311"/>
                </a:lnTo>
                <a:cubicBezTo>
                  <a:pt x="1858" y="239"/>
                  <a:pt x="1786" y="168"/>
                  <a:pt x="1715" y="168"/>
                </a:cubicBezTo>
                <a:cubicBezTo>
                  <a:pt x="1644" y="168"/>
                  <a:pt x="1572" y="239"/>
                  <a:pt x="1572" y="311"/>
                </a:cubicBezTo>
                <a:lnTo>
                  <a:pt x="1572" y="1597"/>
                </a:lnTo>
                <a:lnTo>
                  <a:pt x="1334" y="1597"/>
                </a:lnTo>
                <a:lnTo>
                  <a:pt x="1334" y="1120"/>
                </a:lnTo>
                <a:cubicBezTo>
                  <a:pt x="1334" y="1049"/>
                  <a:pt x="1263" y="977"/>
                  <a:pt x="1191" y="977"/>
                </a:cubicBezTo>
                <a:cubicBezTo>
                  <a:pt x="1096" y="977"/>
                  <a:pt x="1024" y="1049"/>
                  <a:pt x="1024" y="1120"/>
                </a:cubicBezTo>
                <a:lnTo>
                  <a:pt x="1024" y="1597"/>
                </a:lnTo>
                <a:lnTo>
                  <a:pt x="786" y="1597"/>
                </a:lnTo>
                <a:lnTo>
                  <a:pt x="786" y="763"/>
                </a:lnTo>
                <a:cubicBezTo>
                  <a:pt x="786" y="668"/>
                  <a:pt x="739" y="596"/>
                  <a:pt x="643" y="596"/>
                </a:cubicBezTo>
                <a:cubicBezTo>
                  <a:pt x="572" y="596"/>
                  <a:pt x="500" y="668"/>
                  <a:pt x="500" y="763"/>
                </a:cubicBezTo>
                <a:lnTo>
                  <a:pt x="500" y="1597"/>
                </a:lnTo>
                <a:lnTo>
                  <a:pt x="286" y="1597"/>
                </a:lnTo>
                <a:lnTo>
                  <a:pt x="286" y="144"/>
                </a:lnTo>
                <a:cubicBezTo>
                  <a:pt x="286" y="72"/>
                  <a:pt x="215" y="1"/>
                  <a:pt x="143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5" name="Google Shape;2813;p94">
            <a:extLst xmlns:a="http://schemas.openxmlformats.org/drawingml/2006/main">
              <a:ext uri="{FF2B5EF4-FFF2-40B4-BE49-F238E27FC236}">
                <a16:creationId xmlns:a16="http://schemas.microsoft.com/office/drawing/2014/main" id="{FC69A224-7204-4F13-827A-8F6CFF13C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33790" y="1885460"/>
            <a:ext cx="364959" cy="370429"/>
          </a:xfrm>
          <a:custGeom xmlns:a="http://schemas.openxmlformats.org/drawingml/2006/main">
            <a:rect l="l" t="t" r="r" b="b"/>
            <a:pathLst>
              <a:path w="5002" h="5002">
                <a:moveTo>
                  <a:pt x="2501" y="1215"/>
                </a:moveTo>
                <a:cubicBezTo>
                  <a:pt x="3216" y="1215"/>
                  <a:pt x="3811" y="1787"/>
                  <a:pt x="3811" y="2501"/>
                </a:cubicBezTo>
                <a:cubicBezTo>
                  <a:pt x="3811" y="3240"/>
                  <a:pt x="3216" y="3811"/>
                  <a:pt x="2501" y="3811"/>
                </a:cubicBezTo>
                <a:cubicBezTo>
                  <a:pt x="1787" y="3811"/>
                  <a:pt x="1215" y="3216"/>
                  <a:pt x="1215" y="2501"/>
                </a:cubicBezTo>
                <a:cubicBezTo>
                  <a:pt x="1215" y="1787"/>
                  <a:pt x="1787" y="1215"/>
                  <a:pt x="2501" y="1215"/>
                </a:cubicBezTo>
                <a:close/>
                <a:moveTo>
                  <a:pt x="4692" y="2668"/>
                </a:moveTo>
                <a:cubicBezTo>
                  <a:pt x="4668" y="3121"/>
                  <a:pt x="4502" y="3549"/>
                  <a:pt x="4216" y="3883"/>
                </a:cubicBezTo>
                <a:lnTo>
                  <a:pt x="3787" y="3454"/>
                </a:lnTo>
                <a:cubicBezTo>
                  <a:pt x="3954" y="3216"/>
                  <a:pt x="4073" y="2954"/>
                  <a:pt x="4097" y="2668"/>
                </a:cubicBezTo>
                <a:close/>
                <a:moveTo>
                  <a:pt x="2358" y="311"/>
                </a:moveTo>
                <a:lnTo>
                  <a:pt x="2358" y="930"/>
                </a:lnTo>
                <a:cubicBezTo>
                  <a:pt x="1549" y="1001"/>
                  <a:pt x="906" y="1692"/>
                  <a:pt x="906" y="2501"/>
                </a:cubicBezTo>
                <a:cubicBezTo>
                  <a:pt x="906" y="3383"/>
                  <a:pt x="1620" y="4097"/>
                  <a:pt x="2501" y="4097"/>
                </a:cubicBezTo>
                <a:cubicBezTo>
                  <a:pt x="2930" y="4097"/>
                  <a:pt x="3311" y="3954"/>
                  <a:pt x="3597" y="3668"/>
                </a:cubicBezTo>
                <a:cubicBezTo>
                  <a:pt x="3740" y="3811"/>
                  <a:pt x="3883" y="3954"/>
                  <a:pt x="4025" y="4097"/>
                </a:cubicBezTo>
                <a:cubicBezTo>
                  <a:pt x="3644" y="4478"/>
                  <a:pt x="3097" y="4716"/>
                  <a:pt x="2501" y="4716"/>
                </a:cubicBezTo>
                <a:cubicBezTo>
                  <a:pt x="1287" y="4716"/>
                  <a:pt x="310" y="3716"/>
                  <a:pt x="310" y="2501"/>
                </a:cubicBezTo>
                <a:cubicBezTo>
                  <a:pt x="310" y="1335"/>
                  <a:pt x="1215" y="382"/>
                  <a:pt x="2358" y="311"/>
                </a:cubicBezTo>
                <a:close/>
                <a:moveTo>
                  <a:pt x="2501" y="1"/>
                </a:moveTo>
                <a:cubicBezTo>
                  <a:pt x="1120" y="1"/>
                  <a:pt x="1" y="1144"/>
                  <a:pt x="1" y="2501"/>
                </a:cubicBezTo>
                <a:cubicBezTo>
                  <a:pt x="1" y="3883"/>
                  <a:pt x="1120" y="5002"/>
                  <a:pt x="2501" y="5002"/>
                </a:cubicBezTo>
                <a:cubicBezTo>
                  <a:pt x="3883" y="5002"/>
                  <a:pt x="5002" y="3883"/>
                  <a:pt x="5002" y="2501"/>
                </a:cubicBezTo>
                <a:cubicBezTo>
                  <a:pt x="5002" y="1978"/>
                  <a:pt x="4835" y="1477"/>
                  <a:pt x="4526" y="1049"/>
                </a:cubicBezTo>
                <a:cubicBezTo>
                  <a:pt x="4499" y="1009"/>
                  <a:pt x="4459" y="992"/>
                  <a:pt x="4415" y="992"/>
                </a:cubicBezTo>
                <a:cubicBezTo>
                  <a:pt x="4380" y="992"/>
                  <a:pt x="4343" y="1004"/>
                  <a:pt x="4311" y="1025"/>
                </a:cubicBezTo>
                <a:cubicBezTo>
                  <a:pt x="4264" y="1073"/>
                  <a:pt x="4240" y="1144"/>
                  <a:pt x="4287" y="1215"/>
                </a:cubicBezTo>
                <a:cubicBezTo>
                  <a:pt x="4526" y="1549"/>
                  <a:pt x="4668" y="1954"/>
                  <a:pt x="4692" y="2359"/>
                </a:cubicBezTo>
                <a:lnTo>
                  <a:pt x="4097" y="2359"/>
                </a:lnTo>
                <a:cubicBezTo>
                  <a:pt x="4025" y="1597"/>
                  <a:pt x="3406" y="1001"/>
                  <a:pt x="2644" y="930"/>
                </a:cubicBezTo>
                <a:lnTo>
                  <a:pt x="2644" y="311"/>
                </a:lnTo>
                <a:cubicBezTo>
                  <a:pt x="3097" y="334"/>
                  <a:pt x="3501" y="501"/>
                  <a:pt x="3859" y="787"/>
                </a:cubicBezTo>
                <a:cubicBezTo>
                  <a:pt x="3886" y="805"/>
                  <a:pt x="3917" y="813"/>
                  <a:pt x="3947" y="813"/>
                </a:cubicBezTo>
                <a:cubicBezTo>
                  <a:pt x="3996" y="813"/>
                  <a:pt x="4044" y="792"/>
                  <a:pt x="4073" y="763"/>
                </a:cubicBezTo>
                <a:cubicBezTo>
                  <a:pt x="4121" y="692"/>
                  <a:pt x="4121" y="596"/>
                  <a:pt x="4049" y="549"/>
                </a:cubicBezTo>
                <a:cubicBezTo>
                  <a:pt x="3597" y="191"/>
                  <a:pt x="3073" y="1"/>
                  <a:pt x="2501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6" name="Google Shape;2814;p94">
            <a:extLst xmlns:a="http://schemas.openxmlformats.org/drawingml/2006/main">
              <a:ext uri="{FF2B5EF4-FFF2-40B4-BE49-F238E27FC236}">
                <a16:creationId xmlns:a16="http://schemas.microsoft.com/office/drawing/2014/main" id="{CC942708-1EED-4719-A7AB-15E25B610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844225" y="2227156"/>
            <a:ext cx="52240" cy="37620"/>
          </a:xfrm>
          <a:custGeom xmlns:a="http://schemas.openxmlformats.org/drawingml/2006/main">
            <a:rect l="l" t="t" r="r" b="b"/>
            <a:pathLst>
              <a:path w="716" h="508">
                <a:moveTo>
                  <a:pt x="167" y="1"/>
                </a:moveTo>
                <a:cubicBezTo>
                  <a:pt x="132" y="1"/>
                  <a:pt x="96" y="19"/>
                  <a:pt x="72" y="55"/>
                </a:cubicBezTo>
                <a:cubicBezTo>
                  <a:pt x="1" y="102"/>
                  <a:pt x="1" y="197"/>
                  <a:pt x="72" y="245"/>
                </a:cubicBezTo>
                <a:lnTo>
                  <a:pt x="263" y="459"/>
                </a:lnTo>
                <a:cubicBezTo>
                  <a:pt x="286" y="483"/>
                  <a:pt x="334" y="507"/>
                  <a:pt x="358" y="507"/>
                </a:cubicBezTo>
                <a:cubicBezTo>
                  <a:pt x="405" y="507"/>
                  <a:pt x="429" y="483"/>
                  <a:pt x="477" y="459"/>
                </a:cubicBezTo>
                <a:lnTo>
                  <a:pt x="667" y="245"/>
                </a:lnTo>
                <a:cubicBezTo>
                  <a:pt x="715" y="197"/>
                  <a:pt x="715" y="102"/>
                  <a:pt x="667" y="55"/>
                </a:cubicBezTo>
                <a:cubicBezTo>
                  <a:pt x="632" y="19"/>
                  <a:pt x="590" y="1"/>
                  <a:pt x="551" y="1"/>
                </a:cubicBezTo>
                <a:cubicBezTo>
                  <a:pt x="513" y="1"/>
                  <a:pt x="477" y="19"/>
                  <a:pt x="453" y="55"/>
                </a:cubicBezTo>
                <a:lnTo>
                  <a:pt x="358" y="150"/>
                </a:lnTo>
                <a:lnTo>
                  <a:pt x="263" y="55"/>
                </a:lnTo>
                <a:cubicBezTo>
                  <a:pt x="239" y="19"/>
                  <a:pt x="203" y="1"/>
                  <a:pt x="167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7" name="Google Shape;2815;p94">
            <a:extLst xmlns:a="http://schemas.openxmlformats.org/drawingml/2006/main">
              <a:ext uri="{FF2B5EF4-FFF2-40B4-BE49-F238E27FC236}">
                <a16:creationId xmlns:a16="http://schemas.microsoft.com/office/drawing/2014/main" id="{75757593-004B-4B1D-8138-0CAB416EC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037138" y="2075044"/>
            <a:ext cx="52169" cy="36287"/>
          </a:xfrm>
          <a:custGeom xmlns:a="http://schemas.openxmlformats.org/drawingml/2006/main">
            <a:rect l="l" t="t" r="r" b="b"/>
            <a:pathLst>
              <a:path w="715" h="490">
                <a:moveTo>
                  <a:pt x="164" y="1"/>
                </a:moveTo>
                <a:cubicBezTo>
                  <a:pt x="125" y="1"/>
                  <a:pt x="83" y="13"/>
                  <a:pt x="48" y="37"/>
                </a:cubicBezTo>
                <a:cubicBezTo>
                  <a:pt x="0" y="84"/>
                  <a:pt x="0" y="180"/>
                  <a:pt x="48" y="251"/>
                </a:cubicBezTo>
                <a:lnTo>
                  <a:pt x="238" y="442"/>
                </a:lnTo>
                <a:cubicBezTo>
                  <a:pt x="286" y="465"/>
                  <a:pt x="310" y="489"/>
                  <a:pt x="357" y="489"/>
                </a:cubicBezTo>
                <a:cubicBezTo>
                  <a:pt x="381" y="489"/>
                  <a:pt x="429" y="465"/>
                  <a:pt x="453" y="442"/>
                </a:cubicBezTo>
                <a:lnTo>
                  <a:pt x="667" y="251"/>
                </a:lnTo>
                <a:cubicBezTo>
                  <a:pt x="714" y="180"/>
                  <a:pt x="714" y="84"/>
                  <a:pt x="667" y="37"/>
                </a:cubicBezTo>
                <a:cubicBezTo>
                  <a:pt x="631" y="13"/>
                  <a:pt x="589" y="1"/>
                  <a:pt x="551" y="1"/>
                </a:cubicBezTo>
                <a:cubicBezTo>
                  <a:pt x="512" y="1"/>
                  <a:pt x="476" y="13"/>
                  <a:pt x="453" y="37"/>
                </a:cubicBezTo>
                <a:lnTo>
                  <a:pt x="357" y="132"/>
                </a:lnTo>
                <a:lnTo>
                  <a:pt x="262" y="37"/>
                </a:lnTo>
                <a:cubicBezTo>
                  <a:pt x="238" y="13"/>
                  <a:pt x="202" y="1"/>
                  <a:pt x="164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08" name="Google Shape;2816;p94">
            <a:extLst xmlns:a="http://schemas.openxmlformats.org/drawingml/2006/main">
              <a:ext uri="{FF2B5EF4-FFF2-40B4-BE49-F238E27FC236}">
                <a16:creationId xmlns:a16="http://schemas.microsoft.com/office/drawing/2014/main" id="{E064EA9E-2DFD-4EA3-B711-1609C3E4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151762" y="1905752"/>
            <a:ext cx="52240" cy="36287"/>
          </a:xfrm>
          <a:custGeom xmlns:a="http://schemas.openxmlformats.org/drawingml/2006/main">
            <a:rect l="l" t="t" r="r" b="b"/>
            <a:pathLst>
              <a:path w="716" h="490">
                <a:moveTo>
                  <a:pt x="168" y="1"/>
                </a:moveTo>
                <a:cubicBezTo>
                  <a:pt x="132" y="1"/>
                  <a:pt x="96" y="13"/>
                  <a:pt x="72" y="37"/>
                </a:cubicBezTo>
                <a:cubicBezTo>
                  <a:pt x="1" y="84"/>
                  <a:pt x="1" y="179"/>
                  <a:pt x="72" y="251"/>
                </a:cubicBezTo>
                <a:lnTo>
                  <a:pt x="263" y="441"/>
                </a:lnTo>
                <a:cubicBezTo>
                  <a:pt x="287" y="465"/>
                  <a:pt x="310" y="489"/>
                  <a:pt x="358" y="489"/>
                </a:cubicBezTo>
                <a:cubicBezTo>
                  <a:pt x="406" y="489"/>
                  <a:pt x="429" y="465"/>
                  <a:pt x="453" y="441"/>
                </a:cubicBezTo>
                <a:lnTo>
                  <a:pt x="668" y="251"/>
                </a:lnTo>
                <a:cubicBezTo>
                  <a:pt x="715" y="179"/>
                  <a:pt x="715" y="84"/>
                  <a:pt x="668" y="37"/>
                </a:cubicBezTo>
                <a:cubicBezTo>
                  <a:pt x="632" y="13"/>
                  <a:pt x="590" y="1"/>
                  <a:pt x="552" y="1"/>
                </a:cubicBezTo>
                <a:cubicBezTo>
                  <a:pt x="513" y="1"/>
                  <a:pt x="477" y="13"/>
                  <a:pt x="453" y="37"/>
                </a:cubicBezTo>
                <a:lnTo>
                  <a:pt x="358" y="132"/>
                </a:lnTo>
                <a:lnTo>
                  <a:pt x="263" y="37"/>
                </a:lnTo>
                <a:cubicBezTo>
                  <a:pt x="239" y="13"/>
                  <a:pt x="203" y="1"/>
                  <a:pt x="168" y="1"/>
                </a:cubicBezTo>
                <a:close/>
              </a:path>
            </a:pathLst>
          </a:custGeom>
          <a:solidFill xmlns:a="http://schemas.openxmlformats.org/drawingml/2006/main">
            <a:srgbClr val="E4EAE9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</p:txBody>
      </p:sp>
      <p:sp>
        <p:nvSpPr>
          <p:cNvPr id="18" name="Скругленный прямоугольник 17">
            <a:extLst xmlns:a="http://schemas.openxmlformats.org/drawingml/2006/main">
              <a:ext uri="{FF2B5EF4-FFF2-40B4-BE49-F238E27FC236}">
                <a16:creationId xmlns:a16="http://schemas.microsoft.com/office/drawing/2014/main" id="{4E66C5A3-A3C5-30B4-C393-E9B38DD05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7010" y="1396603"/>
            <a:ext cx="1504594" cy="1401168"/>
          </a:xfrm>
          <a:prstGeom xmlns:a="http://schemas.openxmlformats.org/drawingml/2006/main" prst="roundRect">
            <a:avLst/>
          </a:prstGeom>
          <a:noFill xmlns:a="http://schemas.openxmlformats.org/drawingml/2006/main"/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1">
            <a:schemeClr val="l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dk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9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32DE2C53-BA9C-FC6C-F0C8-C020E4D2EA4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cxnSp>
        <p:nvCxnSpPr>
          <p:cNvPr id="14" name="Google Shape;2799;p94">
            <a:extLst xmlns:a="http://schemas.openxmlformats.org/drawingml/2006/main">
              <a:ext uri="{FF2B5EF4-FFF2-40B4-BE49-F238E27FC236}">
                <a16:creationId xmlns:a16="http://schemas.microsoft.com/office/drawing/2014/main" id="{C82BFE3D-C94D-431C-9F19-999A06F02DA6}"/>
              </a:ext>
            </a:extLst>
          </p:cNvPr>
          <p:cNvCxnSpPr/>
          <p:nvPr/>
        </p:nvCxnSpPr>
        <p:spPr>
          <a:xfrm xmlns:a="http://schemas.openxmlformats.org/drawingml/2006/main" flipV="1">
            <a:off x="6843165" y="2119165"/>
            <a:ext cx="2489934" cy="12489"/>
          </a:xfrm>
          <a:prstGeom xmlns:a="http://schemas.openxmlformats.org/drawingml/2006/main" prst="straightConnector1">
            <a:avLst/>
          </a:prstGeom>
          <a:ln xmlns:a="http://schemas.openxmlformats.org/drawingml/2006/main" w="12700">
            <a:headEnd type="none" w="med" len="med"/>
            <a:tailEnd type="none" w="med" len="med"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F865324-FAF8-40F3-B5F4-DDEA814A3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71976F8-BDDD-49EA-A8DA-6C945854B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ПИЛОТ И БИЗНЕС-ГИПОТЕЗА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5E1802DC-E258-4339-9445-F3C880D5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049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C10FC283-DDAC-46C8-88BA-A3EE50A24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Для кого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079DD40-D090-493E-82C8-03356922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Кандидаты Junior/Middle и команды с регулярным наймом в одном-двух стеках.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4C1D3C6-95D8-42AF-AC22-9F13478E5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049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B10EAD7-A539-41C7-9408-DECC9D005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428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Ценность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CFF3BDE-013E-4FCB-9C96-3E7EB65AB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1432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Кандидат переносит доказательства. Работодатель быстрее приходит к релевантному разговору.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C8D236E-2845-4FCE-B790-A52CE58F5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504950"/>
            <a:ext cx="95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defRPr>
            </a:pPr>
            <a:r>
              <a:rPr sz="2700" b="1" i="0">
                <a:solidFill>
                  <a:srgbClr val="FF0053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8673132-1FF0-4EEE-BAF4-22E36A5CB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28875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defRPr>
            </a:pPr>
            <a:r>
              <a:rPr sz="1950" b="1" i="0">
                <a:solidFill>
                  <a:srgbClr val="FFD6E4"/>
                </a:solidFill>
                <a:latin typeface="Montserrat"/>
                <a:ea typeface="Montserrat"/>
                <a:cs typeface="Montserrat"/>
              </a:rPr>
              <a:t>Проверка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D18E128-AC7E-45EA-854C-AD7B463DB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43250"/>
            <a:ext cx="3048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lnSpc>
                <a:spcPct val="108000"/>
              </a:lnSpc>
              <a:buNone/>
              <a:def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Интервью и реальные описания потребностей; затем ограниченный пилот по согласованным критериям.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2455C84-7658-48C3-9049-69B2EE789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5334000"/>
            <a:ext cx="92392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23280F92-445E-4351-98AA-AEF702633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28775" y="5410200"/>
            <a:ext cx="8934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Параметры пилота и монетизация — проверяемые гипотезы, а не достигнутый рыночный результат.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DC05590-E766-404A-B1B5-01C296FD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0F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9E5397C-641D-4B1C-966C-F81AE1AC6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3380345155"/>
      </p:ext>
    </p:extLst>
  </p:cSld>
</p:sld>
</file>

<file path=ppt/slides/slide1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b068e9982bd43e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accent5"/>
                </a:solidFill>
              </a:rPr>
              <a:t/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E8EB000-3747-47C6-803E-DDD12937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5810250" cy="619125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5209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1EEC490-A79D-4520-8315-A946FF8DE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19100"/>
            <a:ext cx="5429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6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ЧТО УЖЕ РАБОТАЕТ И ЧТО ДАЛЬШЕ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BC95B1-5054-4099-B7E3-76A90E086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Работает сейчас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245C03-AC7D-4BAD-814E-E7B5F2A6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1907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происхождение сигнала видно в профиле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score объясняет совпадения и пробелы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контакт открывается после решения кандидата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публичная форма не раскрывает private oracle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ИИ-черновик проходит guard и решение автора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0388E13-DA87-421F-9261-2917509B8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4287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l">
              <a:def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2025" b="1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Следующие границы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FE5F8-34AC-40B4-A87B-9FCDF2D59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90750"/>
            <a:ext cx="4762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>
            <a:defPPr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независимая экспертная калибровка и пилот с людьми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собственный OIDC client и контракт ФСП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production security review и эксплуатационный мониторинг</a:t>
            </a:r>
          </a:p>
          <a:p xmlns:a="http://schemas.openxmlformats.org/drawingml/2006/main">
            <a:pPr marL="228600" indent="-114300">
              <a:lnSpc>
                <a:spcPct val="104000"/>
              </a:lnSpc>
              <a:spcAft>
                <a:spcPts val="700"/>
              </a:spcAft>
              <a:buNone/>
              <a:defRPr sz="1350">
                <a:solidFill>
                  <a:srgbClr val="1C1D22"/>
                </a:solidFill>
                <a:latin typeface="Montserrat"/>
                <a:ea typeface="Montserrat"/>
                <a:cs typeface="Montserrat"/>
              </a:defRPr>
            </a:pPr>
            <a:r>
              <a:rPr sz="1350">
                <a:solidFill>
                  <a:srgbClr val="1C1D22"/>
                </a:solidFill>
                <a:latin typeface="Montserrat"/>
                <a:ea typeface="Montserrat"/>
                <a:cs typeface="Montserrat"/>
              </a:rPr>
              <a:t>ручная проверка экранным диктором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9FBF9FB-FD64-4D8A-80A7-3FB11E2C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76875"/>
            <a:ext cx="914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00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9B98D6-4D4F-40C8-9125-94D432021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5553075"/>
            <a:ext cx="8839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https://fsptest.kolesnikovny.ru · HTTPS-показ жюри на синтетике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22E1BF-B02D-44BA-9BE0-1A713D60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6096000"/>
            <a:ext cx="876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D5663"/>
                </a:solidFill>
                <a:latin typeface="Montserrat"/>
                <a:ea typeface="Montserrat"/>
                <a:cs typeface="Montserrat"/>
              </a:rPr>
              <a:t>Открытый репозиторий и материалы: github.com/punkpsyh-hash/Fsp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67174EF-8CD8-4A2E-BF82-7BEA05647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68075" y="6248400"/>
            <a:ext cx="8858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B415073-04B1-47F1-ACA5-791F910A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6419850"/>
            <a:ext cx="552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>
            <a:def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defPPr>
          </a:lstStyle>
          <a:p xmlns:a="http://schemas.openxmlformats.org/drawingml/2006/main">
            <a:pPr algn="ctr">
              <a:def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defRPr>
            </a:pPr>
            <a:r>
              <a:rPr sz="1050" b="0" i="0">
                <a:solidFill>
                  <a:srgbClr val="520978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2026-10-11T11:26:54.9840000Z</dcterms:created>
  <dcterms:modified xsi:type="dcterms:W3CDTF">2026-10-11T11:26:54.9840000Z</dcterms:modified>
</coreProperties>
</file>